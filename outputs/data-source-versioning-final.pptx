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602e06a6054d21" /><Relationship Type="http://schemas.openxmlformats.org/officeDocument/2006/relationships/extended-properties" Target="/docProps/app.xml" Id="R88382755c0ab47e4" /><Relationship Type="http://schemas.openxmlformats.org/officeDocument/2006/relationships/officeDocument" Target="/ppt/presentation.xml" Id="Rfbf773a8097b4bfc" /></Relationships>
</file>

<file path=ppt/presentation.xml><?xml version="1.0" encoding="utf-8"?>
<p:presentation xmlns:p="http://schemas.openxmlformats.org/presentationml/2006/main">
  <p:sldMasterIdLst>
    <p:sldMasterId xmlns:r="http://schemas.openxmlformats.org/officeDocument/2006/relationships" id="2147483648" r:id="R46acbba6d8d94ce9"/>
  </p:sldMasterIdLst>
  <p:notesMasterIdLst>
    <p:notesMasterId xmlns:r="http://schemas.openxmlformats.org/officeDocument/2006/relationships" r:id="R10b8e6cfd5cb4739"/>
  </p:notesMasterIdLst>
  <p:sldIdLst>
    <p:sldId xmlns:r="http://schemas.openxmlformats.org/officeDocument/2006/relationships" id="256" r:id="Raddb66ae19f7486e"/>
    <p:sldId xmlns:r="http://schemas.openxmlformats.org/officeDocument/2006/relationships" id="257" r:id="Rb5240be5ba4d4016"/>
    <p:sldId xmlns:r="http://schemas.openxmlformats.org/officeDocument/2006/relationships" id="258" r:id="Rbe97e3220cae45a3"/>
    <p:sldId xmlns:r="http://schemas.openxmlformats.org/officeDocument/2006/relationships" id="259" r:id="R297493e27e4c48a7"/>
    <p:sldId xmlns:r="http://schemas.openxmlformats.org/officeDocument/2006/relationships" id="260" r:id="Re80a610c2088499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7505a9b9534623" /><Relationship Type="http://schemas.openxmlformats.org/officeDocument/2006/relationships/slideMaster" Target="/ppt/slideMasters/slideMaster1.xml" Id="R46acbba6d8d94ce9" /><Relationship Type="http://schemas.openxmlformats.org/officeDocument/2006/relationships/notesMaster" Target="/ppt/notesMasters/notesMaster1.xml" Id="R10b8e6cfd5cb4739" /><Relationship Type="http://schemas.openxmlformats.org/officeDocument/2006/relationships/presProps" Target="/ppt/presProps.xml" Id="R8e9875e25ac046b3" /><Relationship Type="http://schemas.openxmlformats.org/officeDocument/2006/relationships/tableStyles" Target="/ppt/tableStyles.xml" Id="R0d6dd4767541496b" /><Relationship Type="http://schemas.openxmlformats.org/officeDocument/2006/relationships/slide" Target="/ppt/slides/slide1.xml" Id="Raddb66ae19f7486e" /><Relationship Type="http://schemas.openxmlformats.org/officeDocument/2006/relationships/slide" Target="/ppt/slides/slide2.xml" Id="Rb5240be5ba4d4016" /><Relationship Type="http://schemas.openxmlformats.org/officeDocument/2006/relationships/slide" Target="/ppt/slides/slide3.xml" Id="Rbe97e3220cae45a3" /><Relationship Type="http://schemas.openxmlformats.org/officeDocument/2006/relationships/slide" Target="/ppt/slides/slide4.xml" Id="R297493e27e4c48a7" /><Relationship Type="http://schemas.openxmlformats.org/officeDocument/2006/relationships/slide" Target="/ppt/slides/slide5.xml" Id="Re80a610c208849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ce44a84c3045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fd53a4f66543e6" /><Relationship Type="http://schemas.openxmlformats.org/officeDocument/2006/relationships/notesMaster" Target="/ppt/notesMasters/notesMaster1.xml" Id="Rfa9b2a51e2504d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e0af2cde5f40cc" /><Relationship Type="http://schemas.openxmlformats.org/officeDocument/2006/relationships/notesMaster" Target="/ppt/notesMasters/notesMaster1.xml" Id="R2d31cd32bfb348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53c3d32e5f4865" /><Relationship Type="http://schemas.openxmlformats.org/officeDocument/2006/relationships/notesMaster" Target="/ppt/notesMasters/notesMaster1.xml" Id="Rbfa2ae5a8d6347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8905343cec4857" /><Relationship Type="http://schemas.openxmlformats.org/officeDocument/2006/relationships/notesMaster" Target="/ppt/notesMasters/notesMaster1.xml" Id="R5454cfcf922847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38b895aff7416e" /><Relationship Type="http://schemas.openxmlformats.org/officeDocument/2006/relationships/notesMaster" Target="/ppt/notesMasters/notesMaster1.xml" Id="Raf6c20816d6d4e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One contribution I am especially proud of is the backend for data source versioning. A privacy dashboard should not only show the current state of a dataset. It should preserve earlier states and their risk results, so changes remain auditable. My implementation creates immutable snapshots while also handling duplicate and concurrent updates safely.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Before this feature, a data source was just one mutable database record. Every edit replaced the previous state. For a privacy dashboard, that is a problem because the risk level and metadata may change over time. My goal was therefore to keep the current record simple for normal use, but append an immutable snapshot whenever its meaningful state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This is the core function from my implementation. First, select_for_update locks the parent data source while the transaction is running, so concurrent requests cannot allocate the same number. Next, the backend compares the current state with the latest snapshot. If nothing meaningful changed, it returns the existing version and avoids a duplicate. Otherwise, it calculates the next version number and stores the complete snapshot. The client never controls the number, so it cannot create gaps or conflicts.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75 seconds. The most interesting work was in the edge cases. Creation must immediately store version one. A changed edit appends the next snapshot, but a no-op update must not create noise. Concurrent requests must not receive the same number, which is why the row lock matters. I added tests for these behaviors, as well as history retrieval, project scoping, deletion, and migration of existing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I am proud of this contribution because it is not only a visible feature. It creates trustworthy evidence. The snapshots make changes auditable, transaction and locking make the ordering reliable, and historical risk results remain stable even if the assessment algorithm changes later. For me, this was a good example of turning a user story into a robust backend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ca646844f14e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67e14a3cc84391" /><Relationship Type="http://schemas.openxmlformats.org/officeDocument/2006/relationships/slideLayout" Target="/ppt/slideLayouts/slideLayout1.xml" Id="Rb957bc48d8aa4a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57bc48d8aa4a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53527a1da9446b" /><Relationship Type="http://schemas.openxmlformats.org/officeDocument/2006/relationships/notesSlide" Target="/ppt/notesSlides/notesSlide1.xml" Id="R74f7300ad4bc4f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5d5beb259e40b0" /><Relationship Type="http://schemas.openxmlformats.org/officeDocument/2006/relationships/notesSlide" Target="/ppt/notesSlides/notesSlide2.xml" Id="R4ec0cb63438b4a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9b55c646f044bc" /><Relationship Type="http://schemas.openxmlformats.org/officeDocument/2006/relationships/image" Target="/ppt/media/image.png" Id="Rcd1f44c28e06491f" /><Relationship Type="http://schemas.openxmlformats.org/officeDocument/2006/relationships/notesSlide" Target="/ppt/notesSlides/notesSlide3.xml" Id="Rc9e62b197e714a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5f89315d034fa6" /><Relationship Type="http://schemas.openxmlformats.org/officeDocument/2006/relationships/notesSlide" Target="/ppt/notesSlides/notesSlide4.xml" Id="Re3f93044bef542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e1ece1dd2241f2" /><Relationship Type="http://schemas.openxmlformats.org/officeDocument/2006/relationships/notesSlide" Target="/ppt/notesSlides/notesSlide5.xml" Id="Rfcf69e4452884a0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presenter-name">
            <a:extLst xmlns:a="http://schemas.openxmlformats.org/drawingml/2006/main">
              <a:ext uri="{FF2B5EF4-FFF2-40B4-BE49-F238E27FC236}">
                <a16:creationId xmlns:a16="http://schemas.microsoft.com/office/drawing/2014/main" id="{77424A29-3B14-4172-84B1-4ED25C85E0C1}"/>
              </a:ext>
            </a:extLst>
          </p:cNvPr>
          <p:cNvSpPr>
            <a:spLocks xmlns:a="http://schemas.openxmlformats.org/drawingml/2006/main" noGrp="1"/>
          </p:cNvSpPr>
          <p:nvPr/>
        </p:nvSpPr>
        <p:spPr>
          <a:xfrm xmlns:a="http://schemas.openxmlformats.org/drawingml/2006/main">
            <a:off x="666750" y="2476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11111"/>
                </a:solidFill>
                <a:latin typeface="Arial"/>
                <a:ea typeface="Arial"/>
                <a:cs typeface="Arial"/>
              </a:defRPr>
            </a:pPr>
            <a:r>
              <a:rPr sz="2550" b="1">
                <a:solidFill>
                  <a:srgbClr val="111111"/>
                </a:solidFill>
                <a:latin typeface="Arial"/>
                <a:ea typeface="Arial"/>
                <a:cs typeface="Arial"/>
              </a:rPr>
              <a:t>Tonghe</a:t>
            </a:r>
          </a:p>
        </p:txBody>
      </p:sp>
      <p:sp>
        <p:nvSpPr>
          <p:cNvPr id="2" name="proud-banner">
            <a:extLst xmlns:a="http://schemas.openxmlformats.org/drawingml/2006/main">
              <a:ext uri="{FF2B5EF4-FFF2-40B4-BE49-F238E27FC236}">
                <a16:creationId xmlns:a16="http://schemas.microsoft.com/office/drawing/2014/main" id="{71050C44-AE43-49EA-AB8E-35015395CA90}"/>
              </a:ext>
            </a:extLst>
          </p:cNvPr>
          <p:cNvSpPr>
            <a:spLocks xmlns:a="http://schemas.openxmlformats.org/drawingml/2006/main" noGrp="1"/>
          </p:cNvSpPr>
          <p:nvPr/>
        </p:nvSpPr>
        <p:spPr>
          <a:xfrm xmlns:a="http://schemas.openxmlformats.org/drawingml/2006/main">
            <a:off x="609600" y="819150"/>
            <a:ext cx="10972800" cy="590550"/>
          </a:xfrm>
          <a:prstGeom xmlns:a="http://schemas.openxmlformats.org/drawingml/2006/main" prst="roundRect">
            <a:avLst>
              <a:gd name="adj" fmla="val 12903"/>
            </a:avLst>
          </a:prstGeom>
          <a:solidFill xmlns:a="http://schemas.openxmlformats.org/drawingml/2006/main">
            <a:srgbClr val="E7F0FF"/>
          </a:solidFill>
          <a:ln xmlns:a="http://schemas.openxmlformats.org/drawingml/2006/main" w="0">
            <a:solidFill>
              <a:srgbClr val="E7F0FF"/>
            </a:solidFill>
            <a:prstDash val="solid"/>
          </a:ln>
        </p:spPr>
      </p:sp>
      <p:sp>
        <p:nvSpPr>
          <p:cNvPr id="3" name="proud-label">
            <a:extLst xmlns:a="http://schemas.openxmlformats.org/drawingml/2006/main">
              <a:ext uri="{FF2B5EF4-FFF2-40B4-BE49-F238E27FC236}">
                <a16:creationId xmlns:a16="http://schemas.microsoft.com/office/drawing/2014/main" id="{12CD8729-0319-4283-A0D7-FDF0686653C8}"/>
              </a:ext>
            </a:extLst>
          </p:cNvPr>
          <p:cNvSpPr>
            <a:spLocks xmlns:a="http://schemas.openxmlformats.org/drawingml/2006/main" noGrp="1"/>
          </p:cNvSpPr>
          <p:nvPr/>
        </p:nvSpPr>
        <p:spPr>
          <a:xfrm xmlns:a="http://schemas.openxmlformats.org/drawingml/2006/main">
            <a:off x="876300" y="10001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61E8"/>
                </a:solidFill>
                <a:latin typeface="Arial"/>
                <a:ea typeface="Arial"/>
                <a:cs typeface="Arial"/>
              </a:defRPr>
            </a:pPr>
            <a:r>
              <a:rPr sz="1350" b="1">
                <a:solidFill>
                  <a:srgbClr val="1761E8"/>
                </a:solidFill>
                <a:latin typeface="Arial"/>
                <a:ea typeface="Arial"/>
                <a:cs typeface="Arial"/>
              </a:rPr>
              <a:t>PROUD OF THIS</a:t>
            </a:r>
          </a:p>
        </p:txBody>
      </p:sp>
      <p:sp>
        <p:nvSpPr>
          <p:cNvPr id="4" name="proud-headline">
            <a:extLst xmlns:a="http://schemas.openxmlformats.org/drawingml/2006/main">
              <a:ext uri="{FF2B5EF4-FFF2-40B4-BE49-F238E27FC236}">
                <a16:creationId xmlns:a16="http://schemas.microsoft.com/office/drawing/2014/main" id="{D964F8D6-2941-4054-9DE9-07CD92D855CB}"/>
              </a:ext>
            </a:extLst>
          </p:cNvPr>
          <p:cNvSpPr>
            <a:spLocks xmlns:a="http://schemas.openxmlformats.org/drawingml/2006/main" noGrp="1"/>
          </p:cNvSpPr>
          <p:nvPr/>
        </p:nvSpPr>
        <p:spPr>
          <a:xfrm xmlns:a="http://schemas.openxmlformats.org/drawingml/2006/main">
            <a:off x="2571750" y="962025"/>
            <a:ext cx="833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A reliable version history for every data source change</a:t>
            </a:r>
          </a:p>
        </p:txBody>
      </p:sp>
      <p:sp>
        <p:nvSpPr>
          <p:cNvPr id="5" name="cover-explanation">
            <a:extLst xmlns:a="http://schemas.openxmlformats.org/drawingml/2006/main">
              <a:ext uri="{FF2B5EF4-FFF2-40B4-BE49-F238E27FC236}">
                <a16:creationId xmlns:a16="http://schemas.microsoft.com/office/drawing/2014/main" id="{226F7714-DD96-487E-BA88-158AF427224B}"/>
              </a:ext>
            </a:extLst>
          </p:cNvPr>
          <p:cNvSpPr>
            <a:spLocks xmlns:a="http://schemas.openxmlformats.org/drawingml/2006/main" noGrp="1"/>
          </p:cNvSpPr>
          <p:nvPr/>
        </p:nvSpPr>
        <p:spPr>
          <a:xfrm xmlns:a="http://schemas.openxmlformats.org/drawingml/2006/main">
            <a:off x="971550" y="1704975"/>
            <a:ext cx="10248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575" b="0">
                <a:solidFill>
                  <a:srgbClr val="5D7193"/>
                </a:solidFill>
                <a:latin typeface="Arial"/>
                <a:ea typeface="Arial"/>
                <a:cs typeface="Arial"/>
              </a:defRPr>
            </a:pPr>
            <a:r>
              <a:rPr sz="1575" b="0">
                <a:solidFill>
                  <a:srgbClr val="5D7193"/>
                </a:solidFill>
                <a:latin typeface="Arial"/>
                <a:ea typeface="Arial"/>
                <a:cs typeface="Arial"/>
              </a:rPr>
              <a:t>A privacy dashboard should not only show the current state. It should preserve each meaningful change, keep historical risk results auditable, and remain correct when updates happen concurrently.</a:t>
            </a:r>
          </a:p>
        </p:txBody>
      </p:sp>
      <p:cxnSp>
        <p:nvCxnSpPr>
          <p:cNvPr id="46" name="cover-arrow-a-145"/>
          <p:cNvCxnSpPr/>
          <p:nvPr/>
        </p:nvCxnSpPr>
        <p:spPr>
          <a:xfrm xmlns:a="http://schemas.openxmlformats.org/drawingml/2006/main">
            <a:off x="1381125" y="3200400"/>
            <a:ext cx="0" cy="457200"/>
          </a:xfrm>
          <a:prstGeom xmlns:a="http://schemas.openxmlformats.org/drawingml/2006/main" prst="straightConnector1">
            <a:avLst/>
          </a:prstGeom>
          <a:ln xmlns:a="http://schemas.openxmlformats.org/drawingml/2006/main" w="19050">
            <a:solidFill>
              <a:srgbClr val="3D8DFF"/>
            </a:solidFill>
            <a:prstDash val="solid"/>
          </a:ln>
        </p:spPr>
      </p:cxnSp>
      <p:cxnSp>
        <p:nvCxnSpPr>
          <p:cNvPr id="47" name="cover-arrow-b-145"/>
          <p:cNvCxnSpPr/>
          <p:nvPr/>
        </p:nvCxnSpPr>
        <p:spPr>
          <a:xfrm xmlns:a="http://schemas.openxmlformats.org/drawingml/2006/main">
            <a:off x="1381125" y="4229100"/>
            <a:ext cx="0" cy="457200"/>
          </a:xfrm>
          <a:prstGeom xmlns:a="http://schemas.openxmlformats.org/drawingml/2006/main" prst="straightConnector1">
            <a:avLst/>
          </a:prstGeom>
          <a:ln xmlns:a="http://schemas.openxmlformats.org/drawingml/2006/main" w="19050">
            <a:solidFill>
              <a:srgbClr val="3D8DFF"/>
            </a:solidFill>
            <a:prstDash val="solid"/>
          </a:ln>
        </p:spPr>
      </p:cxnSp>
      <p:cxnSp>
        <p:nvCxnSpPr>
          <p:cNvPr id="48" name="cover-arrow-a-342"/>
          <p:cNvCxnSpPr/>
          <p:nvPr/>
        </p:nvCxnSpPr>
        <p:spPr>
          <a:xfrm xmlns:a="http://schemas.openxmlformats.org/drawingml/2006/main">
            <a:off x="3257550" y="3200400"/>
            <a:ext cx="0" cy="457200"/>
          </a:xfrm>
          <a:prstGeom xmlns:a="http://schemas.openxmlformats.org/drawingml/2006/main" prst="straightConnector1">
            <a:avLst/>
          </a:prstGeom>
          <a:ln xmlns:a="http://schemas.openxmlformats.org/drawingml/2006/main" w="19050">
            <a:solidFill>
              <a:srgbClr val="3D8DFF"/>
            </a:solidFill>
            <a:prstDash val="solid"/>
          </a:ln>
        </p:spPr>
      </p:cxnSp>
      <p:cxnSp>
        <p:nvCxnSpPr>
          <p:cNvPr id="49" name="cover-arrow-b-342"/>
          <p:cNvCxnSpPr/>
          <p:nvPr/>
        </p:nvCxnSpPr>
        <p:spPr>
          <a:xfrm xmlns:a="http://schemas.openxmlformats.org/drawingml/2006/main">
            <a:off x="3257550" y="4229100"/>
            <a:ext cx="0" cy="457200"/>
          </a:xfrm>
          <a:prstGeom xmlns:a="http://schemas.openxmlformats.org/drawingml/2006/main" prst="straightConnector1">
            <a:avLst/>
          </a:prstGeom>
          <a:ln xmlns:a="http://schemas.openxmlformats.org/drawingml/2006/main" w="19050">
            <a:solidFill>
              <a:srgbClr val="3D8DFF"/>
            </a:solidFill>
            <a:prstDash val="solid"/>
          </a:ln>
        </p:spPr>
      </p:cxnSp>
      <p:sp>
        <p:nvSpPr>
          <p:cNvPr id="10" name="flow-CREATE-82">
            <a:extLst xmlns:a="http://schemas.openxmlformats.org/drawingml/2006/main">
              <a:ext uri="{FF2B5EF4-FFF2-40B4-BE49-F238E27FC236}">
                <a16:creationId xmlns:a16="http://schemas.microsoft.com/office/drawing/2014/main" id="{91E9D603-BFE9-468D-A700-B2D925A5AF3F}"/>
              </a:ext>
            </a:extLst>
          </p:cNvPr>
          <p:cNvSpPr>
            <a:spLocks xmlns:a="http://schemas.openxmlformats.org/drawingml/2006/main" noGrp="1"/>
          </p:cNvSpPr>
          <p:nvPr/>
        </p:nvSpPr>
        <p:spPr>
          <a:xfrm xmlns:a="http://schemas.openxmlformats.org/drawingml/2006/main">
            <a:off x="781050" y="2571750"/>
            <a:ext cx="1200150" cy="628650"/>
          </a:xfrm>
          <a:prstGeom xmlns:a="http://schemas.openxmlformats.org/drawingml/2006/main" prst="roundRect">
            <a:avLst>
              <a:gd name="adj" fmla="val 12121"/>
            </a:avLst>
          </a:prstGeom>
          <a:solidFill xmlns:a="http://schemas.openxmlformats.org/drawingml/2006/main">
            <a:srgbClr val="E5E7EB"/>
          </a:solidFill>
          <a:ln xmlns:a="http://schemas.openxmlformats.org/drawingml/2006/main" w="0">
            <a:solidFill>
              <a:srgbClr val="E5E7EB"/>
            </a:solidFill>
            <a:prstDash val="solid"/>
          </a:ln>
        </p:spPr>
      </p:sp>
      <p:sp>
        <p:nvSpPr>
          <p:cNvPr id="11" name="flow-label-CREATE-82">
            <a:extLst xmlns:a="http://schemas.openxmlformats.org/drawingml/2006/main">
              <a:ext uri="{FF2B5EF4-FFF2-40B4-BE49-F238E27FC236}">
                <a16:creationId xmlns:a16="http://schemas.microsoft.com/office/drawing/2014/main" id="{783E401C-60BA-497B-A661-C7EC1D92BC38}"/>
              </a:ext>
            </a:extLst>
          </p:cNvPr>
          <p:cNvSpPr>
            <a:spLocks xmlns:a="http://schemas.openxmlformats.org/drawingml/2006/main" noGrp="1"/>
          </p:cNvSpPr>
          <p:nvPr/>
        </p:nvSpPr>
        <p:spPr>
          <a:xfrm xmlns:a="http://schemas.openxmlformats.org/drawingml/2006/main">
            <a:off x="857250" y="27527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111111"/>
                </a:solidFill>
                <a:latin typeface="Arial"/>
                <a:ea typeface="Arial"/>
                <a:cs typeface="Arial"/>
              </a:defRPr>
            </a:pPr>
            <a:r>
              <a:rPr sz="1275" b="1">
                <a:solidFill>
                  <a:srgbClr val="111111"/>
                </a:solidFill>
                <a:latin typeface="Arial"/>
                <a:ea typeface="Arial"/>
                <a:cs typeface="Arial"/>
              </a:rPr>
              <a:t>CREATE</a:t>
            </a:r>
          </a:p>
        </p:txBody>
      </p:sp>
      <p:sp>
        <p:nvSpPr>
          <p:cNvPr id="12" name="flow-VERSION 1-82">
            <a:extLst xmlns:a="http://schemas.openxmlformats.org/drawingml/2006/main">
              <a:ext uri="{FF2B5EF4-FFF2-40B4-BE49-F238E27FC236}">
                <a16:creationId xmlns:a16="http://schemas.microsoft.com/office/drawing/2014/main" id="{D333CDC5-5876-4991-8297-E0A4D6F882AB}"/>
              </a:ext>
            </a:extLst>
          </p:cNvPr>
          <p:cNvSpPr>
            <a:spLocks xmlns:a="http://schemas.openxmlformats.org/drawingml/2006/main" noGrp="1"/>
          </p:cNvSpPr>
          <p:nvPr/>
        </p:nvSpPr>
        <p:spPr>
          <a:xfrm xmlns:a="http://schemas.openxmlformats.org/drawingml/2006/main">
            <a:off x="781050" y="3657600"/>
            <a:ext cx="1200150" cy="628650"/>
          </a:xfrm>
          <a:prstGeom xmlns:a="http://schemas.openxmlformats.org/drawingml/2006/main" prst="roundRect">
            <a:avLst>
              <a:gd name="adj" fmla="val 12121"/>
            </a:avLst>
          </a:prstGeom>
          <a:solidFill xmlns:a="http://schemas.openxmlformats.org/drawingml/2006/main">
            <a:srgbClr val="E5E7EB"/>
          </a:solidFill>
          <a:ln xmlns:a="http://schemas.openxmlformats.org/drawingml/2006/main" w="0">
            <a:solidFill>
              <a:srgbClr val="E5E7EB"/>
            </a:solidFill>
            <a:prstDash val="solid"/>
          </a:ln>
        </p:spPr>
      </p:sp>
      <p:sp>
        <p:nvSpPr>
          <p:cNvPr id="13" name="flow-label-VERSION 1-82">
            <a:extLst xmlns:a="http://schemas.openxmlformats.org/drawingml/2006/main">
              <a:ext uri="{FF2B5EF4-FFF2-40B4-BE49-F238E27FC236}">
                <a16:creationId xmlns:a16="http://schemas.microsoft.com/office/drawing/2014/main" id="{23A026CE-55B1-4E49-9440-51A8DD089BE0}"/>
              </a:ext>
            </a:extLst>
          </p:cNvPr>
          <p:cNvSpPr>
            <a:spLocks xmlns:a="http://schemas.openxmlformats.org/drawingml/2006/main" noGrp="1"/>
          </p:cNvSpPr>
          <p:nvPr/>
        </p:nvSpPr>
        <p:spPr>
          <a:xfrm xmlns:a="http://schemas.openxmlformats.org/drawingml/2006/main">
            <a:off x="857250" y="383857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111111"/>
                </a:solidFill>
                <a:latin typeface="Arial"/>
                <a:ea typeface="Arial"/>
                <a:cs typeface="Arial"/>
              </a:defRPr>
            </a:pPr>
            <a:r>
              <a:rPr sz="1275" b="1">
                <a:solidFill>
                  <a:srgbClr val="111111"/>
                </a:solidFill>
                <a:latin typeface="Arial"/>
                <a:ea typeface="Arial"/>
                <a:cs typeface="Arial"/>
              </a:rPr>
              <a:t>VERSION 1</a:t>
            </a:r>
          </a:p>
        </p:txBody>
      </p:sp>
      <p:sp>
        <p:nvSpPr>
          <p:cNvPr id="14" name="flow-HISTORY-82">
            <a:extLst xmlns:a="http://schemas.openxmlformats.org/drawingml/2006/main">
              <a:ext uri="{FF2B5EF4-FFF2-40B4-BE49-F238E27FC236}">
                <a16:creationId xmlns:a16="http://schemas.microsoft.com/office/drawing/2014/main" id="{B65656ED-2767-4F6B-B19F-A7D479E97AB0}"/>
              </a:ext>
            </a:extLst>
          </p:cNvPr>
          <p:cNvSpPr>
            <a:spLocks xmlns:a="http://schemas.openxmlformats.org/drawingml/2006/main" noGrp="1"/>
          </p:cNvSpPr>
          <p:nvPr/>
        </p:nvSpPr>
        <p:spPr>
          <a:xfrm xmlns:a="http://schemas.openxmlformats.org/drawingml/2006/main">
            <a:off x="781050" y="4743450"/>
            <a:ext cx="1200150" cy="628650"/>
          </a:xfrm>
          <a:prstGeom xmlns:a="http://schemas.openxmlformats.org/drawingml/2006/main" prst="roundRect">
            <a:avLst>
              <a:gd name="adj" fmla="val 12121"/>
            </a:avLst>
          </a:prstGeom>
          <a:solidFill xmlns:a="http://schemas.openxmlformats.org/drawingml/2006/main">
            <a:srgbClr val="E5E7EB"/>
          </a:solidFill>
          <a:ln xmlns:a="http://schemas.openxmlformats.org/drawingml/2006/main" w="0">
            <a:solidFill>
              <a:srgbClr val="E5E7EB"/>
            </a:solidFill>
            <a:prstDash val="solid"/>
          </a:ln>
        </p:spPr>
      </p:sp>
      <p:sp>
        <p:nvSpPr>
          <p:cNvPr id="15" name="flow-label-HISTORY-82">
            <a:extLst xmlns:a="http://schemas.openxmlformats.org/drawingml/2006/main">
              <a:ext uri="{FF2B5EF4-FFF2-40B4-BE49-F238E27FC236}">
                <a16:creationId xmlns:a16="http://schemas.microsoft.com/office/drawing/2014/main" id="{8FA43AF7-D1B7-43EB-9822-AA25D21C056C}"/>
              </a:ext>
            </a:extLst>
          </p:cNvPr>
          <p:cNvSpPr>
            <a:spLocks xmlns:a="http://schemas.openxmlformats.org/drawingml/2006/main" noGrp="1"/>
          </p:cNvSpPr>
          <p:nvPr/>
        </p:nvSpPr>
        <p:spPr>
          <a:xfrm xmlns:a="http://schemas.openxmlformats.org/drawingml/2006/main">
            <a:off x="857250" y="49244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111111"/>
                </a:solidFill>
                <a:latin typeface="Arial"/>
                <a:ea typeface="Arial"/>
                <a:cs typeface="Arial"/>
              </a:defRPr>
            </a:pPr>
            <a:r>
              <a:rPr sz="1275" b="1">
                <a:solidFill>
                  <a:srgbClr val="111111"/>
                </a:solidFill>
                <a:latin typeface="Arial"/>
                <a:ea typeface="Arial"/>
                <a:cs typeface="Arial"/>
              </a:rPr>
              <a:t>HISTORY</a:t>
            </a:r>
          </a:p>
        </p:txBody>
      </p:sp>
      <p:sp>
        <p:nvSpPr>
          <p:cNvPr id="16" name="flow-EDIT-279">
            <a:extLst xmlns:a="http://schemas.openxmlformats.org/drawingml/2006/main">
              <a:ext uri="{FF2B5EF4-FFF2-40B4-BE49-F238E27FC236}">
                <a16:creationId xmlns:a16="http://schemas.microsoft.com/office/drawing/2014/main" id="{A59C7CBB-BFA5-4143-A769-F35C32BBD1CB}"/>
              </a:ext>
            </a:extLst>
          </p:cNvPr>
          <p:cNvSpPr>
            <a:spLocks xmlns:a="http://schemas.openxmlformats.org/drawingml/2006/main" noGrp="1"/>
          </p:cNvSpPr>
          <p:nvPr/>
        </p:nvSpPr>
        <p:spPr>
          <a:xfrm xmlns:a="http://schemas.openxmlformats.org/drawingml/2006/main">
            <a:off x="2657475" y="2571750"/>
            <a:ext cx="1200150" cy="628650"/>
          </a:xfrm>
          <a:prstGeom xmlns:a="http://schemas.openxmlformats.org/drawingml/2006/main" prst="roundRect">
            <a:avLst>
              <a:gd name="adj" fmla="val 12121"/>
            </a:avLst>
          </a:prstGeom>
          <a:solidFill xmlns:a="http://schemas.openxmlformats.org/drawingml/2006/main">
            <a:srgbClr val="E5E7EB"/>
          </a:solidFill>
          <a:ln xmlns:a="http://schemas.openxmlformats.org/drawingml/2006/main" w="0">
            <a:solidFill>
              <a:srgbClr val="E5E7EB"/>
            </a:solidFill>
            <a:prstDash val="solid"/>
          </a:ln>
        </p:spPr>
      </p:sp>
      <p:sp>
        <p:nvSpPr>
          <p:cNvPr id="17" name="flow-label-EDIT-279">
            <a:extLst xmlns:a="http://schemas.openxmlformats.org/drawingml/2006/main">
              <a:ext uri="{FF2B5EF4-FFF2-40B4-BE49-F238E27FC236}">
                <a16:creationId xmlns:a16="http://schemas.microsoft.com/office/drawing/2014/main" id="{A45E260E-0961-44B4-8B09-7235690BB2F1}"/>
              </a:ext>
            </a:extLst>
          </p:cNvPr>
          <p:cNvSpPr>
            <a:spLocks xmlns:a="http://schemas.openxmlformats.org/drawingml/2006/main" noGrp="1"/>
          </p:cNvSpPr>
          <p:nvPr/>
        </p:nvSpPr>
        <p:spPr>
          <a:xfrm xmlns:a="http://schemas.openxmlformats.org/drawingml/2006/main">
            <a:off x="2733675" y="27527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111111"/>
                </a:solidFill>
                <a:latin typeface="Arial"/>
                <a:ea typeface="Arial"/>
                <a:cs typeface="Arial"/>
              </a:defRPr>
            </a:pPr>
            <a:r>
              <a:rPr sz="1275" b="1">
                <a:solidFill>
                  <a:srgbClr val="111111"/>
                </a:solidFill>
                <a:latin typeface="Arial"/>
                <a:ea typeface="Arial"/>
                <a:cs typeface="Arial"/>
              </a:rPr>
              <a:t>EDIT</a:t>
            </a:r>
          </a:p>
        </p:txBody>
      </p:sp>
      <p:sp>
        <p:nvSpPr>
          <p:cNvPr id="18" name="flow-COMPARE-279">
            <a:extLst xmlns:a="http://schemas.openxmlformats.org/drawingml/2006/main">
              <a:ext uri="{FF2B5EF4-FFF2-40B4-BE49-F238E27FC236}">
                <a16:creationId xmlns:a16="http://schemas.microsoft.com/office/drawing/2014/main" id="{EF36E646-36AC-434C-B030-AF46AE17D5BA}"/>
              </a:ext>
            </a:extLst>
          </p:cNvPr>
          <p:cNvSpPr>
            <a:spLocks xmlns:a="http://schemas.openxmlformats.org/drawingml/2006/main" noGrp="1"/>
          </p:cNvSpPr>
          <p:nvPr/>
        </p:nvSpPr>
        <p:spPr>
          <a:xfrm xmlns:a="http://schemas.openxmlformats.org/drawingml/2006/main">
            <a:off x="2657475" y="3657600"/>
            <a:ext cx="1200150" cy="628650"/>
          </a:xfrm>
          <a:prstGeom xmlns:a="http://schemas.openxmlformats.org/drawingml/2006/main" prst="roundRect">
            <a:avLst>
              <a:gd name="adj" fmla="val 12121"/>
            </a:avLst>
          </a:prstGeom>
          <a:solidFill xmlns:a="http://schemas.openxmlformats.org/drawingml/2006/main">
            <a:srgbClr val="E5E7EB"/>
          </a:solidFill>
          <a:ln xmlns:a="http://schemas.openxmlformats.org/drawingml/2006/main" w="0">
            <a:solidFill>
              <a:srgbClr val="E5E7EB"/>
            </a:solidFill>
            <a:prstDash val="solid"/>
          </a:ln>
        </p:spPr>
      </p:sp>
      <p:sp>
        <p:nvSpPr>
          <p:cNvPr id="19" name="flow-label-COMPARE-279">
            <a:extLst xmlns:a="http://schemas.openxmlformats.org/drawingml/2006/main">
              <a:ext uri="{FF2B5EF4-FFF2-40B4-BE49-F238E27FC236}">
                <a16:creationId xmlns:a16="http://schemas.microsoft.com/office/drawing/2014/main" id="{C0B9A9F5-C820-46A1-8689-1C7B9D456A9F}"/>
              </a:ext>
            </a:extLst>
          </p:cNvPr>
          <p:cNvSpPr>
            <a:spLocks xmlns:a="http://schemas.openxmlformats.org/drawingml/2006/main" noGrp="1"/>
          </p:cNvSpPr>
          <p:nvPr/>
        </p:nvSpPr>
        <p:spPr>
          <a:xfrm xmlns:a="http://schemas.openxmlformats.org/drawingml/2006/main">
            <a:off x="2733675" y="383857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111111"/>
                </a:solidFill>
                <a:latin typeface="Arial"/>
                <a:ea typeface="Arial"/>
                <a:cs typeface="Arial"/>
              </a:defRPr>
            </a:pPr>
            <a:r>
              <a:rPr sz="1275" b="1">
                <a:solidFill>
                  <a:srgbClr val="111111"/>
                </a:solidFill>
                <a:latin typeface="Arial"/>
                <a:ea typeface="Arial"/>
                <a:cs typeface="Arial"/>
              </a:rPr>
              <a:t>COMPARE</a:t>
            </a:r>
          </a:p>
        </p:txBody>
      </p:sp>
      <p:sp>
        <p:nvSpPr>
          <p:cNvPr id="20" name="flow-VERSION 2-279">
            <a:extLst xmlns:a="http://schemas.openxmlformats.org/drawingml/2006/main">
              <a:ext uri="{FF2B5EF4-FFF2-40B4-BE49-F238E27FC236}">
                <a16:creationId xmlns:a16="http://schemas.microsoft.com/office/drawing/2014/main" id="{1FA3F2FB-0619-461B-8F00-9AB97ED7944B}"/>
              </a:ext>
            </a:extLst>
          </p:cNvPr>
          <p:cNvSpPr>
            <a:spLocks xmlns:a="http://schemas.openxmlformats.org/drawingml/2006/main" noGrp="1"/>
          </p:cNvSpPr>
          <p:nvPr/>
        </p:nvSpPr>
        <p:spPr>
          <a:xfrm xmlns:a="http://schemas.openxmlformats.org/drawingml/2006/main">
            <a:off x="2657475" y="4743450"/>
            <a:ext cx="1200150" cy="628650"/>
          </a:xfrm>
          <a:prstGeom xmlns:a="http://schemas.openxmlformats.org/drawingml/2006/main" prst="roundRect">
            <a:avLst>
              <a:gd name="adj" fmla="val 12121"/>
            </a:avLst>
          </a:prstGeom>
          <a:solidFill xmlns:a="http://schemas.openxmlformats.org/drawingml/2006/main">
            <a:srgbClr val="E5E7EB"/>
          </a:solidFill>
          <a:ln xmlns:a="http://schemas.openxmlformats.org/drawingml/2006/main" w="0">
            <a:solidFill>
              <a:srgbClr val="E5E7EB"/>
            </a:solidFill>
            <a:prstDash val="solid"/>
          </a:ln>
        </p:spPr>
      </p:sp>
      <p:sp>
        <p:nvSpPr>
          <p:cNvPr id="21" name="flow-label-VERSION 2-279">
            <a:extLst xmlns:a="http://schemas.openxmlformats.org/drawingml/2006/main">
              <a:ext uri="{FF2B5EF4-FFF2-40B4-BE49-F238E27FC236}">
                <a16:creationId xmlns:a16="http://schemas.microsoft.com/office/drawing/2014/main" id="{D722E39E-35E6-4715-BB09-12D267B95AA8}"/>
              </a:ext>
            </a:extLst>
          </p:cNvPr>
          <p:cNvSpPr>
            <a:spLocks xmlns:a="http://schemas.openxmlformats.org/drawingml/2006/main" noGrp="1"/>
          </p:cNvSpPr>
          <p:nvPr/>
        </p:nvSpPr>
        <p:spPr>
          <a:xfrm xmlns:a="http://schemas.openxmlformats.org/drawingml/2006/main">
            <a:off x="2733675" y="49244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111111"/>
                </a:solidFill>
                <a:latin typeface="Arial"/>
                <a:ea typeface="Arial"/>
                <a:cs typeface="Arial"/>
              </a:defRPr>
            </a:pPr>
            <a:r>
              <a:rPr sz="1275" b="1">
                <a:solidFill>
                  <a:srgbClr val="111111"/>
                </a:solidFill>
                <a:latin typeface="Arial"/>
                <a:ea typeface="Arial"/>
                <a:cs typeface="Arial"/>
              </a:rPr>
              <a:t>VERSION 2</a:t>
            </a:r>
          </a:p>
        </p:txBody>
      </p:sp>
      <p:sp>
        <p:nvSpPr>
          <p:cNvPr id="22" name="current-source-backdrop">
            <a:extLst xmlns:a="http://schemas.openxmlformats.org/drawingml/2006/main">
              <a:ext uri="{FF2B5EF4-FFF2-40B4-BE49-F238E27FC236}">
                <a16:creationId xmlns:a16="http://schemas.microsoft.com/office/drawing/2014/main" id="{1912BCD4-310E-4305-80D9-0154F7467938}"/>
              </a:ext>
            </a:extLst>
          </p:cNvPr>
          <p:cNvSpPr>
            <a:spLocks xmlns:a="http://schemas.openxmlformats.org/drawingml/2006/main" noGrp="1"/>
          </p:cNvSpPr>
          <p:nvPr/>
        </p:nvSpPr>
        <p:spPr>
          <a:xfrm xmlns:a="http://schemas.openxmlformats.org/drawingml/2006/main">
            <a:off x="4333875" y="2609850"/>
            <a:ext cx="3143250" cy="2876550"/>
          </a:xfrm>
          <a:prstGeom xmlns:a="http://schemas.openxmlformats.org/drawingml/2006/main" prst="rect">
            <a:avLst/>
          </a:prstGeom>
          <a:solidFill xmlns:a="http://schemas.openxmlformats.org/drawingml/2006/main">
            <a:srgbClr val="F5F7FA"/>
          </a:solidFill>
          <a:ln xmlns:a="http://schemas.openxmlformats.org/drawingml/2006/main" w="0">
            <a:solidFill>
              <a:srgbClr val="F5F7FA"/>
            </a:solidFill>
            <a:prstDash val="solid"/>
          </a:ln>
        </p:spPr>
      </p:sp>
      <p:sp>
        <p:nvSpPr>
          <p:cNvPr id="23" name="current-source-card">
            <a:extLst xmlns:a="http://schemas.openxmlformats.org/drawingml/2006/main">
              <a:ext uri="{FF2B5EF4-FFF2-40B4-BE49-F238E27FC236}">
                <a16:creationId xmlns:a16="http://schemas.microsoft.com/office/drawing/2014/main" id="{E339DA83-6923-4BB5-B5EE-B175E21B43DD}"/>
              </a:ext>
            </a:extLst>
          </p:cNvPr>
          <p:cNvSpPr>
            <a:spLocks xmlns:a="http://schemas.openxmlformats.org/drawingml/2006/main" noGrp="1"/>
          </p:cNvSpPr>
          <p:nvPr/>
        </p:nvSpPr>
        <p:spPr>
          <a:xfrm xmlns:a="http://schemas.openxmlformats.org/drawingml/2006/main">
            <a:off x="4572000" y="2781300"/>
            <a:ext cx="2667000" cy="245745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D8DEE8"/>
            </a:solidFill>
            <a:prstDash val="solid"/>
          </a:ln>
        </p:spPr>
      </p:sp>
      <p:sp>
        <p:nvSpPr>
          <p:cNvPr id="24" name="current-card-title">
            <a:extLst xmlns:a="http://schemas.openxmlformats.org/drawingml/2006/main">
              <a:ext uri="{FF2B5EF4-FFF2-40B4-BE49-F238E27FC236}">
                <a16:creationId xmlns:a16="http://schemas.microsoft.com/office/drawing/2014/main" id="{298C289E-162C-4A1D-A969-43F1F302F280}"/>
              </a:ext>
            </a:extLst>
          </p:cNvPr>
          <p:cNvSpPr>
            <a:spLocks xmlns:a="http://schemas.openxmlformats.org/drawingml/2006/main" noGrp="1"/>
          </p:cNvSpPr>
          <p:nvPr/>
        </p:nvSpPr>
        <p:spPr>
          <a:xfrm xmlns:a="http://schemas.openxmlformats.org/drawingml/2006/main">
            <a:off x="4857750" y="30194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11111"/>
                </a:solidFill>
                <a:latin typeface="Arial"/>
                <a:ea typeface="Arial"/>
                <a:cs typeface="Arial"/>
              </a:defRPr>
            </a:pPr>
            <a:r>
              <a:rPr sz="1800" b="1">
                <a:solidFill>
                  <a:srgbClr val="111111"/>
                </a:solidFill>
                <a:latin typeface="Arial"/>
                <a:ea typeface="Arial"/>
                <a:cs typeface="Arial"/>
              </a:rPr>
              <a:t>Current Data Source</a:t>
            </a:r>
          </a:p>
        </p:txBody>
      </p:sp>
      <p:sp>
        <p:nvSpPr>
          <p:cNvPr id="25" name="current-name">
            <a:extLst xmlns:a="http://schemas.openxmlformats.org/drawingml/2006/main">
              <a:ext uri="{FF2B5EF4-FFF2-40B4-BE49-F238E27FC236}">
                <a16:creationId xmlns:a16="http://schemas.microsoft.com/office/drawing/2014/main" id="{586CC5FB-C634-485B-BB10-45AB89825FD8}"/>
              </a:ext>
            </a:extLst>
          </p:cNvPr>
          <p:cNvSpPr>
            <a:spLocks xmlns:a="http://schemas.openxmlformats.org/drawingml/2006/main" noGrp="1"/>
          </p:cNvSpPr>
          <p:nvPr/>
        </p:nvSpPr>
        <p:spPr>
          <a:xfrm xmlns:a="http://schemas.openxmlformats.org/drawingml/2006/main">
            <a:off x="4810125" y="36004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11111"/>
                </a:solidFill>
                <a:latin typeface="Arial"/>
                <a:ea typeface="Arial"/>
                <a:cs typeface="Arial"/>
              </a:defRPr>
            </a:pPr>
            <a:r>
              <a:rPr sz="1350" b="1">
                <a:solidFill>
                  <a:srgbClr val="111111"/>
                </a:solidFill>
                <a:latin typeface="Arial"/>
                <a:ea typeface="Arial"/>
                <a:cs typeface="Arial"/>
              </a:rPr>
              <a:t>Customer CSV</a:t>
            </a:r>
          </a:p>
        </p:txBody>
      </p:sp>
      <p:sp>
        <p:nvSpPr>
          <p:cNvPr id="26" name="current-format-label">
            <a:extLst xmlns:a="http://schemas.openxmlformats.org/drawingml/2006/main">
              <a:ext uri="{FF2B5EF4-FFF2-40B4-BE49-F238E27FC236}">
                <a16:creationId xmlns:a16="http://schemas.microsoft.com/office/drawing/2014/main" id="{5CEA5898-96CD-4B40-BE7E-CE506F06DBC1}"/>
              </a:ext>
            </a:extLst>
          </p:cNvPr>
          <p:cNvSpPr>
            <a:spLocks xmlns:a="http://schemas.openxmlformats.org/drawingml/2006/main" noGrp="1"/>
          </p:cNvSpPr>
          <p:nvPr/>
        </p:nvSpPr>
        <p:spPr>
          <a:xfrm xmlns:a="http://schemas.openxmlformats.org/drawingml/2006/main">
            <a:off x="4810125" y="40481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60656F"/>
                </a:solidFill>
                <a:latin typeface="Arial"/>
                <a:ea typeface="Arial"/>
                <a:cs typeface="Arial"/>
              </a:defRPr>
            </a:pPr>
            <a:r>
              <a:rPr sz="1125" b="0">
                <a:solidFill>
                  <a:srgbClr val="60656F"/>
                </a:solidFill>
                <a:latin typeface="Arial"/>
                <a:ea typeface="Arial"/>
                <a:cs typeface="Arial"/>
              </a:rPr>
              <a:t>Format</a:t>
            </a:r>
          </a:p>
        </p:txBody>
      </p:sp>
      <p:sp>
        <p:nvSpPr>
          <p:cNvPr id="27" name="current-format">
            <a:extLst xmlns:a="http://schemas.openxmlformats.org/drawingml/2006/main">
              <a:ext uri="{FF2B5EF4-FFF2-40B4-BE49-F238E27FC236}">
                <a16:creationId xmlns:a16="http://schemas.microsoft.com/office/drawing/2014/main" id="{1E0AC4AF-7265-4149-B82A-EF1DA9DC3D8D}"/>
              </a:ext>
            </a:extLst>
          </p:cNvPr>
          <p:cNvSpPr>
            <a:spLocks xmlns:a="http://schemas.openxmlformats.org/drawingml/2006/main" noGrp="1"/>
          </p:cNvSpPr>
          <p:nvPr/>
        </p:nvSpPr>
        <p:spPr>
          <a:xfrm xmlns:a="http://schemas.openxmlformats.org/drawingml/2006/main">
            <a:off x="6191250" y="4048125"/>
            <a:ext cx="714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111111"/>
                </a:solidFill>
                <a:latin typeface="Arial"/>
                <a:ea typeface="Arial"/>
                <a:cs typeface="Arial"/>
              </a:defRPr>
            </a:pPr>
            <a:r>
              <a:rPr sz="1200" b="0">
                <a:solidFill>
                  <a:srgbClr val="111111"/>
                </a:solidFill>
                <a:latin typeface="Arial"/>
                <a:ea typeface="Arial"/>
                <a:cs typeface="Arial"/>
              </a:rPr>
              <a:t>CSV</a:t>
            </a:r>
          </a:p>
        </p:txBody>
      </p:sp>
      <p:sp>
        <p:nvSpPr>
          <p:cNvPr id="28" name="current-risk-label">
            <a:extLst xmlns:a="http://schemas.openxmlformats.org/drawingml/2006/main">
              <a:ext uri="{FF2B5EF4-FFF2-40B4-BE49-F238E27FC236}">
                <a16:creationId xmlns:a16="http://schemas.microsoft.com/office/drawing/2014/main" id="{DBCBF12D-7251-41DA-A043-6D12262E927A}"/>
              </a:ext>
            </a:extLst>
          </p:cNvPr>
          <p:cNvSpPr>
            <a:spLocks xmlns:a="http://schemas.openxmlformats.org/drawingml/2006/main" noGrp="1"/>
          </p:cNvSpPr>
          <p:nvPr/>
        </p:nvSpPr>
        <p:spPr>
          <a:xfrm xmlns:a="http://schemas.openxmlformats.org/drawingml/2006/main">
            <a:off x="4810125" y="44767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60656F"/>
                </a:solidFill>
                <a:latin typeface="Arial"/>
                <a:ea typeface="Arial"/>
                <a:cs typeface="Arial"/>
              </a:defRPr>
            </a:pPr>
            <a:r>
              <a:rPr sz="1125" b="0">
                <a:solidFill>
                  <a:srgbClr val="60656F"/>
                </a:solidFill>
                <a:latin typeface="Arial"/>
                <a:ea typeface="Arial"/>
                <a:cs typeface="Arial"/>
              </a:rPr>
              <a:t>Risk level</a:t>
            </a:r>
          </a:p>
        </p:txBody>
      </p:sp>
      <p:sp>
        <p:nvSpPr>
          <p:cNvPr id="29" name="risk-pill">
            <a:extLst xmlns:a="http://schemas.openxmlformats.org/drawingml/2006/main">
              <a:ext uri="{FF2B5EF4-FFF2-40B4-BE49-F238E27FC236}">
                <a16:creationId xmlns:a16="http://schemas.microsoft.com/office/drawing/2014/main" id="{6AD22436-584C-49A7-9DE1-C79352BC75B0}"/>
              </a:ext>
            </a:extLst>
          </p:cNvPr>
          <p:cNvSpPr>
            <a:spLocks xmlns:a="http://schemas.openxmlformats.org/drawingml/2006/main" noGrp="1"/>
          </p:cNvSpPr>
          <p:nvPr/>
        </p:nvSpPr>
        <p:spPr>
          <a:xfrm xmlns:a="http://schemas.openxmlformats.org/drawingml/2006/main">
            <a:off x="6210300" y="4429125"/>
            <a:ext cx="704850" cy="266700"/>
          </a:xfrm>
          <a:prstGeom xmlns:a="http://schemas.openxmlformats.org/drawingml/2006/main" prst="roundRect">
            <a:avLst>
              <a:gd name="adj" fmla="val 28571"/>
            </a:avLst>
          </a:prstGeom>
          <a:solidFill xmlns:a="http://schemas.openxmlformats.org/drawingml/2006/main">
            <a:srgbClr val="FFF1C7"/>
          </a:solidFill>
          <a:ln xmlns:a="http://schemas.openxmlformats.org/drawingml/2006/main" w="0">
            <a:solidFill>
              <a:srgbClr val="FFF1C7"/>
            </a:solidFill>
            <a:prstDash val="solid"/>
          </a:ln>
        </p:spPr>
      </p:sp>
      <p:sp>
        <p:nvSpPr>
          <p:cNvPr id="30" name="risk-pill-text">
            <a:extLst xmlns:a="http://schemas.openxmlformats.org/drawingml/2006/main">
              <a:ext uri="{FF2B5EF4-FFF2-40B4-BE49-F238E27FC236}">
                <a16:creationId xmlns:a16="http://schemas.microsoft.com/office/drawing/2014/main" id="{012F1FFD-DF57-44D7-92ED-78EDDA450EB3}"/>
              </a:ext>
            </a:extLst>
          </p:cNvPr>
          <p:cNvSpPr>
            <a:spLocks xmlns:a="http://schemas.openxmlformats.org/drawingml/2006/main" noGrp="1"/>
          </p:cNvSpPr>
          <p:nvPr/>
        </p:nvSpPr>
        <p:spPr>
          <a:xfrm xmlns:a="http://schemas.openxmlformats.org/drawingml/2006/main">
            <a:off x="6267450" y="4486275"/>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975" b="1">
                <a:solidFill>
                  <a:srgbClr val="111111"/>
                </a:solidFill>
                <a:latin typeface="Arial"/>
                <a:ea typeface="Arial"/>
                <a:cs typeface="Arial"/>
              </a:defRPr>
            </a:pPr>
            <a:r>
              <a:rPr sz="975" b="1">
                <a:solidFill>
                  <a:srgbClr val="111111"/>
                </a:solidFill>
                <a:latin typeface="Arial"/>
                <a:ea typeface="Arial"/>
                <a:cs typeface="Arial"/>
              </a:rPr>
              <a:t>MEDIUM</a:t>
            </a:r>
          </a:p>
        </p:txBody>
      </p:sp>
      <p:sp>
        <p:nvSpPr>
          <p:cNvPr id="31" name="history-VERSION 3">
            <a:extLst xmlns:a="http://schemas.openxmlformats.org/drawingml/2006/main">
              <a:ext uri="{FF2B5EF4-FFF2-40B4-BE49-F238E27FC236}">
                <a16:creationId xmlns:a16="http://schemas.microsoft.com/office/drawing/2014/main" id="{A5CBFDCC-A7CC-448D-8EE7-8808318604F2}"/>
              </a:ext>
            </a:extLst>
          </p:cNvPr>
          <p:cNvSpPr>
            <a:spLocks xmlns:a="http://schemas.openxmlformats.org/drawingml/2006/main" noGrp="1"/>
          </p:cNvSpPr>
          <p:nvPr/>
        </p:nvSpPr>
        <p:spPr>
          <a:xfrm xmlns:a="http://schemas.openxmlformats.org/drawingml/2006/main">
            <a:off x="7877175" y="2800350"/>
            <a:ext cx="2533650" cy="742950"/>
          </a:xfrm>
          <a:prstGeom xmlns:a="http://schemas.openxmlformats.org/drawingml/2006/main" prst="roundRect">
            <a:avLst>
              <a:gd name="adj" fmla="val 10256"/>
            </a:avLst>
          </a:prstGeom>
          <a:solidFill xmlns:a="http://schemas.openxmlformats.org/drawingml/2006/main">
            <a:srgbClr val="E7F0FF"/>
          </a:solidFill>
          <a:ln xmlns:a="http://schemas.openxmlformats.org/drawingml/2006/main" w="9525">
            <a:solidFill>
              <a:srgbClr val="D8DEE8"/>
            </a:solidFill>
            <a:prstDash val="solid"/>
          </a:ln>
        </p:spPr>
      </p:sp>
      <p:sp>
        <p:nvSpPr>
          <p:cNvPr id="32" name="history-title-VERSION 3">
            <a:extLst xmlns:a="http://schemas.openxmlformats.org/drawingml/2006/main">
              <a:ext uri="{FF2B5EF4-FFF2-40B4-BE49-F238E27FC236}">
                <a16:creationId xmlns:a16="http://schemas.microsoft.com/office/drawing/2014/main" id="{15CE7D37-4FD1-4E3B-A4B6-39A03264703A}"/>
              </a:ext>
            </a:extLst>
          </p:cNvPr>
          <p:cNvSpPr>
            <a:spLocks xmlns:a="http://schemas.openxmlformats.org/drawingml/2006/main" noGrp="1"/>
          </p:cNvSpPr>
          <p:nvPr/>
        </p:nvSpPr>
        <p:spPr>
          <a:xfrm xmlns:a="http://schemas.openxmlformats.org/drawingml/2006/main">
            <a:off x="8086725" y="29432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VERSION 3</a:t>
            </a:r>
          </a:p>
        </p:txBody>
      </p:sp>
      <p:sp>
        <p:nvSpPr>
          <p:cNvPr id="33" name="history-body-VERSION 3">
            <a:extLst xmlns:a="http://schemas.openxmlformats.org/drawingml/2006/main">
              <a:ext uri="{FF2B5EF4-FFF2-40B4-BE49-F238E27FC236}">
                <a16:creationId xmlns:a16="http://schemas.microsoft.com/office/drawing/2014/main" id="{6032D271-430B-4484-945D-EA99E47DD3D9}"/>
              </a:ext>
            </a:extLst>
          </p:cNvPr>
          <p:cNvSpPr>
            <a:spLocks xmlns:a="http://schemas.openxmlformats.org/drawingml/2006/main" noGrp="1"/>
          </p:cNvSpPr>
          <p:nvPr/>
        </p:nvSpPr>
        <p:spPr>
          <a:xfrm xmlns:a="http://schemas.openxmlformats.org/drawingml/2006/main">
            <a:off x="8086725" y="32099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0656F"/>
                </a:solidFill>
                <a:latin typeface="Arial"/>
                <a:ea typeface="Arial"/>
                <a:cs typeface="Arial"/>
              </a:defRPr>
            </a:pPr>
            <a:r>
              <a:rPr sz="1050" b="0">
                <a:solidFill>
                  <a:srgbClr val="60656F"/>
                </a:solidFill>
                <a:latin typeface="Arial"/>
                <a:ea typeface="Arial"/>
                <a:cs typeface="Arial"/>
              </a:rPr>
              <a:t>Latest snapshot</a:t>
            </a:r>
          </a:p>
        </p:txBody>
      </p:sp>
      <p:sp>
        <p:nvSpPr>
          <p:cNvPr id="34" name="history-VERSION 2">
            <a:extLst xmlns:a="http://schemas.openxmlformats.org/drawingml/2006/main">
              <a:ext uri="{FF2B5EF4-FFF2-40B4-BE49-F238E27FC236}">
                <a16:creationId xmlns:a16="http://schemas.microsoft.com/office/drawing/2014/main" id="{CA1D1575-37A7-40D4-A838-4EB03497D727}"/>
              </a:ext>
            </a:extLst>
          </p:cNvPr>
          <p:cNvSpPr>
            <a:spLocks xmlns:a="http://schemas.openxmlformats.org/drawingml/2006/main" noGrp="1"/>
          </p:cNvSpPr>
          <p:nvPr/>
        </p:nvSpPr>
        <p:spPr>
          <a:xfrm xmlns:a="http://schemas.openxmlformats.org/drawingml/2006/main">
            <a:off x="8267700" y="3638550"/>
            <a:ext cx="2533650" cy="742950"/>
          </a:xfrm>
          <a:prstGeom xmlns:a="http://schemas.openxmlformats.org/drawingml/2006/main" prst="roundRect">
            <a:avLst>
              <a:gd name="adj" fmla="val 10256"/>
            </a:avLst>
          </a:prstGeom>
          <a:solidFill xmlns:a="http://schemas.openxmlformats.org/drawingml/2006/main">
            <a:srgbClr val="F2F4F7"/>
          </a:solidFill>
          <a:ln xmlns:a="http://schemas.openxmlformats.org/drawingml/2006/main" w="9525">
            <a:solidFill>
              <a:srgbClr val="D8DEE8"/>
            </a:solidFill>
            <a:prstDash val="solid"/>
          </a:ln>
        </p:spPr>
      </p:sp>
      <p:sp>
        <p:nvSpPr>
          <p:cNvPr id="35" name="history-title-VERSION 2">
            <a:extLst xmlns:a="http://schemas.openxmlformats.org/drawingml/2006/main">
              <a:ext uri="{FF2B5EF4-FFF2-40B4-BE49-F238E27FC236}">
                <a16:creationId xmlns:a16="http://schemas.microsoft.com/office/drawing/2014/main" id="{C4F14C76-78B4-4057-9BB0-2BC01301E8EB}"/>
              </a:ext>
            </a:extLst>
          </p:cNvPr>
          <p:cNvSpPr>
            <a:spLocks xmlns:a="http://schemas.openxmlformats.org/drawingml/2006/main" noGrp="1"/>
          </p:cNvSpPr>
          <p:nvPr/>
        </p:nvSpPr>
        <p:spPr>
          <a:xfrm xmlns:a="http://schemas.openxmlformats.org/drawingml/2006/main">
            <a:off x="8477250" y="37814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111111"/>
                </a:solidFill>
                <a:latin typeface="Arial"/>
                <a:ea typeface="Arial"/>
                <a:cs typeface="Arial"/>
              </a:defRPr>
            </a:pPr>
            <a:r>
              <a:rPr sz="1275" b="1">
                <a:solidFill>
                  <a:srgbClr val="111111"/>
                </a:solidFill>
                <a:latin typeface="Arial"/>
                <a:ea typeface="Arial"/>
                <a:cs typeface="Arial"/>
              </a:rPr>
              <a:t>VERSION 2</a:t>
            </a:r>
          </a:p>
        </p:txBody>
      </p:sp>
      <p:sp>
        <p:nvSpPr>
          <p:cNvPr id="36" name="history-body-VERSION 2">
            <a:extLst xmlns:a="http://schemas.openxmlformats.org/drawingml/2006/main">
              <a:ext uri="{FF2B5EF4-FFF2-40B4-BE49-F238E27FC236}">
                <a16:creationId xmlns:a16="http://schemas.microsoft.com/office/drawing/2014/main" id="{6C382745-0A59-4015-8137-62A7474374E6}"/>
              </a:ext>
            </a:extLst>
          </p:cNvPr>
          <p:cNvSpPr>
            <a:spLocks xmlns:a="http://schemas.openxmlformats.org/drawingml/2006/main" noGrp="1"/>
          </p:cNvSpPr>
          <p:nvPr/>
        </p:nvSpPr>
        <p:spPr>
          <a:xfrm xmlns:a="http://schemas.openxmlformats.org/drawingml/2006/main">
            <a:off x="8477250" y="40481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0656F"/>
                </a:solidFill>
                <a:latin typeface="Arial"/>
                <a:ea typeface="Arial"/>
                <a:cs typeface="Arial"/>
              </a:defRPr>
            </a:pPr>
            <a:r>
              <a:rPr sz="1050" b="0">
                <a:solidFill>
                  <a:srgbClr val="60656F"/>
                </a:solidFill>
                <a:latin typeface="Arial"/>
                <a:ea typeface="Arial"/>
                <a:cs typeface="Arial"/>
              </a:rPr>
              <a:t>Previous risk state</a:t>
            </a:r>
          </a:p>
        </p:txBody>
      </p:sp>
      <p:sp>
        <p:nvSpPr>
          <p:cNvPr id="37" name="history-VERSION 1">
            <a:extLst xmlns:a="http://schemas.openxmlformats.org/drawingml/2006/main">
              <a:ext uri="{FF2B5EF4-FFF2-40B4-BE49-F238E27FC236}">
                <a16:creationId xmlns:a16="http://schemas.microsoft.com/office/drawing/2014/main" id="{56453FC8-08D5-4B63-8385-30C0FA38AD0E}"/>
              </a:ext>
            </a:extLst>
          </p:cNvPr>
          <p:cNvSpPr>
            <a:spLocks xmlns:a="http://schemas.openxmlformats.org/drawingml/2006/main" noGrp="1"/>
          </p:cNvSpPr>
          <p:nvPr/>
        </p:nvSpPr>
        <p:spPr>
          <a:xfrm xmlns:a="http://schemas.openxmlformats.org/drawingml/2006/main">
            <a:off x="8658225" y="4476750"/>
            <a:ext cx="2533650" cy="742950"/>
          </a:xfrm>
          <a:prstGeom xmlns:a="http://schemas.openxmlformats.org/drawingml/2006/main" prst="roundRect">
            <a:avLst>
              <a:gd name="adj" fmla="val 10256"/>
            </a:avLst>
          </a:prstGeom>
          <a:solidFill xmlns:a="http://schemas.openxmlformats.org/drawingml/2006/main">
            <a:srgbClr val="F2F4F7"/>
          </a:solidFill>
          <a:ln xmlns:a="http://schemas.openxmlformats.org/drawingml/2006/main" w="9525">
            <a:solidFill>
              <a:srgbClr val="D8DEE8"/>
            </a:solidFill>
            <a:prstDash val="solid"/>
          </a:ln>
        </p:spPr>
      </p:sp>
      <p:sp>
        <p:nvSpPr>
          <p:cNvPr id="38" name="history-title-VERSION 1">
            <a:extLst xmlns:a="http://schemas.openxmlformats.org/drawingml/2006/main">
              <a:ext uri="{FF2B5EF4-FFF2-40B4-BE49-F238E27FC236}">
                <a16:creationId xmlns:a16="http://schemas.microsoft.com/office/drawing/2014/main" id="{8690880B-99E4-4F98-BA2F-FC793698FAA1}"/>
              </a:ext>
            </a:extLst>
          </p:cNvPr>
          <p:cNvSpPr>
            <a:spLocks xmlns:a="http://schemas.openxmlformats.org/drawingml/2006/main" noGrp="1"/>
          </p:cNvSpPr>
          <p:nvPr/>
        </p:nvSpPr>
        <p:spPr>
          <a:xfrm xmlns:a="http://schemas.openxmlformats.org/drawingml/2006/main">
            <a:off x="8867775" y="46196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111111"/>
                </a:solidFill>
                <a:latin typeface="Arial"/>
                <a:ea typeface="Arial"/>
                <a:cs typeface="Arial"/>
              </a:defRPr>
            </a:pPr>
            <a:r>
              <a:rPr sz="1275" b="1">
                <a:solidFill>
                  <a:srgbClr val="111111"/>
                </a:solidFill>
                <a:latin typeface="Arial"/>
                <a:ea typeface="Arial"/>
                <a:cs typeface="Arial"/>
              </a:rPr>
              <a:t>VERSION 1</a:t>
            </a:r>
          </a:p>
        </p:txBody>
      </p:sp>
      <p:sp>
        <p:nvSpPr>
          <p:cNvPr id="39" name="history-body-VERSION 1">
            <a:extLst xmlns:a="http://schemas.openxmlformats.org/drawingml/2006/main">
              <a:ext uri="{FF2B5EF4-FFF2-40B4-BE49-F238E27FC236}">
                <a16:creationId xmlns:a16="http://schemas.microsoft.com/office/drawing/2014/main" id="{ABA1F3D2-79E0-44B9-9B4A-7FB66D8994F0}"/>
              </a:ext>
            </a:extLst>
          </p:cNvPr>
          <p:cNvSpPr>
            <a:spLocks xmlns:a="http://schemas.openxmlformats.org/drawingml/2006/main" noGrp="1"/>
          </p:cNvSpPr>
          <p:nvPr/>
        </p:nvSpPr>
        <p:spPr>
          <a:xfrm xmlns:a="http://schemas.openxmlformats.org/drawingml/2006/main">
            <a:off x="8867775" y="48863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0656F"/>
                </a:solidFill>
                <a:latin typeface="Arial"/>
                <a:ea typeface="Arial"/>
                <a:cs typeface="Arial"/>
              </a:defRPr>
            </a:pPr>
            <a:r>
              <a:rPr sz="1050" b="0">
                <a:solidFill>
                  <a:srgbClr val="60656F"/>
                </a:solidFill>
                <a:latin typeface="Arial"/>
                <a:ea typeface="Arial"/>
                <a:cs typeface="Arial"/>
              </a:rPr>
              <a:t>Original source</a:t>
            </a:r>
          </a:p>
        </p:txBody>
      </p:sp>
      <p:sp>
        <p:nvSpPr>
          <p:cNvPr id="40" name="cover-page-number">
            <a:extLst xmlns:a="http://schemas.openxmlformats.org/drawingml/2006/main">
              <a:ext uri="{FF2B5EF4-FFF2-40B4-BE49-F238E27FC236}">
                <a16:creationId xmlns:a16="http://schemas.microsoft.com/office/drawing/2014/main" id="{1D639F67-A528-4EEF-AFF5-D92EDE55C38C}"/>
              </a:ext>
            </a:extLst>
          </p:cNvPr>
          <p:cNvSpPr>
            <a:spLocks xmlns:a="http://schemas.openxmlformats.org/drawingml/2006/main" noGrp="1"/>
          </p:cNvSpPr>
          <p:nvPr/>
        </p:nvSpPr>
        <p:spPr>
          <a:xfrm xmlns:a="http://schemas.openxmlformats.org/drawingml/2006/main">
            <a:off x="11144250" y="6019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0656F"/>
                </a:solidFill>
                <a:latin typeface="Arial"/>
                <a:ea typeface="Arial"/>
                <a:cs typeface="Arial"/>
              </a:defRPr>
            </a:pPr>
            <a:r>
              <a:rPr sz="975" b="0">
                <a:solidFill>
                  <a:srgbClr val="60656F"/>
                </a:solidFill>
                <a:latin typeface="Arial"/>
                <a:ea typeface="Arial"/>
                <a:cs typeface="Arial"/>
              </a:rPr>
              <a:t>01</a:t>
            </a:r>
          </a:p>
        </p:txBody>
      </p:sp>
    </p:spTree>
    <p:extLst>
      <p:ext uri="{BB962C8B-B14F-4D97-AF65-F5344CB8AC3E}">
        <p14:creationId xmlns:p14="http://schemas.microsoft.com/office/powerpoint/2010/main" val="20114572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2">
            <a:extLst xmlns:a="http://schemas.openxmlformats.org/drawingml/2006/main">
              <a:ext uri="{FF2B5EF4-FFF2-40B4-BE49-F238E27FC236}">
                <a16:creationId xmlns:a16="http://schemas.microsoft.com/office/drawing/2014/main" id="{64712393-2506-403A-89BA-F4FE2B875C6F}"/>
              </a:ext>
            </a:extLst>
          </p:cNvPr>
          <p:cNvSpPr>
            <a:spLocks xmlns:a="http://schemas.openxmlformats.org/drawingml/2006/main" noGrp="1"/>
          </p:cNvSpPr>
          <p:nvPr/>
        </p:nvSpPr>
        <p:spPr>
          <a:xfrm xmlns:a="http://schemas.openxmlformats.org/drawingml/2006/main">
            <a:off x="40005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A mutable record was not enough</a:t>
            </a:r>
          </a:p>
        </p:txBody>
      </p:sp>
      <p:sp>
        <p:nvSpPr>
          <p:cNvPr id="2" name="accent-2">
            <a:extLst xmlns:a="http://schemas.openxmlformats.org/drawingml/2006/main">
              <a:ext uri="{FF2B5EF4-FFF2-40B4-BE49-F238E27FC236}">
                <a16:creationId xmlns:a16="http://schemas.microsoft.com/office/drawing/2014/main" id="{4CC118E0-3E4E-47FA-B3CD-3445091D0812}"/>
              </a:ext>
            </a:extLst>
          </p:cNvPr>
          <p:cNvSpPr>
            <a:spLocks xmlns:a="http://schemas.openxmlformats.org/drawingml/2006/main" noGrp="1"/>
          </p:cNvSpPr>
          <p:nvPr/>
        </p:nvSpPr>
        <p:spPr>
          <a:xfrm xmlns:a="http://schemas.openxmlformats.org/drawingml/2006/main">
            <a:off x="400050" y="1066800"/>
            <a:ext cx="8953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slide-number-2">
            <a:extLst xmlns:a="http://schemas.openxmlformats.org/drawingml/2006/main">
              <a:ext uri="{FF2B5EF4-FFF2-40B4-BE49-F238E27FC236}">
                <a16:creationId xmlns:a16="http://schemas.microsoft.com/office/drawing/2014/main" id="{125F5516-17C9-4419-ADCB-6E3D67FD9570}"/>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r">
              <a:defRPr sz="1050" b="0">
                <a:solidFill>
                  <a:srgbClr val="60656F"/>
                </a:solidFill>
                <a:latin typeface="Arial"/>
                <a:ea typeface="Arial"/>
                <a:cs typeface="Arial"/>
              </a:defRPr>
            </a:pPr>
            <a:r>
              <a:rPr sz="1050" b="0">
                <a:solidFill>
                  <a:srgbClr val="60656F"/>
                </a:solidFill>
                <a:latin typeface="Arial"/>
                <a:ea typeface="Arial"/>
                <a:cs typeface="Arial"/>
              </a:rPr>
              <a:t>2</a:t>
            </a:r>
          </a:p>
        </p:txBody>
      </p:sp>
      <p:sp>
        <p:nvSpPr>
          <p:cNvPr id="4" name="problem-context">
            <a:extLst xmlns:a="http://schemas.openxmlformats.org/drawingml/2006/main">
              <a:ext uri="{FF2B5EF4-FFF2-40B4-BE49-F238E27FC236}">
                <a16:creationId xmlns:a16="http://schemas.microsoft.com/office/drawing/2014/main" id="{E0846017-E094-4667-9CDD-F37E0BB05CA8}"/>
              </a:ext>
            </a:extLst>
          </p:cNvPr>
          <p:cNvSpPr>
            <a:spLocks xmlns:a="http://schemas.openxmlformats.org/drawingml/2006/main" noGrp="1"/>
          </p:cNvSpPr>
          <p:nvPr/>
        </p:nvSpPr>
        <p:spPr>
          <a:xfrm xmlns:a="http://schemas.openxmlformats.org/drawingml/2006/main">
            <a:off x="400050" y="1381125"/>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0656F"/>
                </a:solidFill>
                <a:latin typeface="Arial"/>
                <a:ea typeface="Arial"/>
                <a:cs typeface="Arial"/>
              </a:defRPr>
            </a:pPr>
            <a:r>
              <a:rPr sz="1875" b="0">
                <a:solidFill>
                  <a:srgbClr val="60656F"/>
                </a:solidFill>
                <a:latin typeface="Arial"/>
                <a:ea typeface="Arial"/>
                <a:cs typeface="Arial"/>
              </a:rPr>
              <a:t>Privacy decisions depend on what a data source looked like at a specific moment. Overwriting the current record destroys that context.</a:t>
            </a:r>
          </a:p>
        </p:txBody>
      </p:sp>
      <p:sp>
        <p:nvSpPr>
          <p:cNvPr id="5" name="overwrite-panel">
            <a:extLst xmlns:a="http://schemas.openxmlformats.org/drawingml/2006/main">
              <a:ext uri="{FF2B5EF4-FFF2-40B4-BE49-F238E27FC236}">
                <a16:creationId xmlns:a16="http://schemas.microsoft.com/office/drawing/2014/main" id="{3A50431B-0CE4-4F01-8028-27567549479C}"/>
              </a:ext>
            </a:extLst>
          </p:cNvPr>
          <p:cNvSpPr>
            <a:spLocks xmlns:a="http://schemas.openxmlformats.org/drawingml/2006/main" noGrp="1"/>
          </p:cNvSpPr>
          <p:nvPr/>
        </p:nvSpPr>
        <p:spPr>
          <a:xfrm xmlns:a="http://schemas.openxmlformats.org/drawingml/2006/main">
            <a:off x="400050" y="2667000"/>
            <a:ext cx="5381625" cy="2095500"/>
          </a:xfrm>
          <a:prstGeom xmlns:a="http://schemas.openxmlformats.org/drawingml/2006/main" prst="roundRect">
            <a:avLst>
              <a:gd name="adj" fmla="val 3636"/>
            </a:avLst>
          </a:prstGeom>
          <a:solidFill xmlns:a="http://schemas.openxmlformats.org/drawingml/2006/main">
            <a:srgbClr val="F1F2F4"/>
          </a:solidFill>
          <a:ln xmlns:a="http://schemas.openxmlformats.org/drawingml/2006/main" w="0">
            <a:solidFill>
              <a:srgbClr val="F1F2F4"/>
            </a:solidFill>
            <a:prstDash val="solid"/>
          </a:ln>
        </p:spPr>
      </p:sp>
      <p:sp>
        <p:nvSpPr>
          <p:cNvPr id="6" name="history-panel">
            <a:extLst xmlns:a="http://schemas.openxmlformats.org/drawingml/2006/main">
              <a:ext uri="{FF2B5EF4-FFF2-40B4-BE49-F238E27FC236}">
                <a16:creationId xmlns:a16="http://schemas.microsoft.com/office/drawing/2014/main" id="{DE51C850-FA51-4006-96A6-124A7BB6152D}"/>
              </a:ext>
            </a:extLst>
          </p:cNvPr>
          <p:cNvSpPr>
            <a:spLocks xmlns:a="http://schemas.openxmlformats.org/drawingml/2006/main" noGrp="1"/>
          </p:cNvSpPr>
          <p:nvPr/>
        </p:nvSpPr>
        <p:spPr>
          <a:xfrm xmlns:a="http://schemas.openxmlformats.org/drawingml/2006/main">
            <a:off x="6019800" y="2667000"/>
            <a:ext cx="5772150" cy="2095500"/>
          </a:xfrm>
          <a:prstGeom xmlns:a="http://schemas.openxmlformats.org/drawingml/2006/main" prst="roundRect">
            <a:avLst>
              <a:gd name="adj" fmla="val 3636"/>
            </a:avLst>
          </a:prstGeom>
          <a:solidFill xmlns:a="http://schemas.openxmlformats.org/drawingml/2006/main">
            <a:srgbClr val="D0EDFA"/>
          </a:solidFill>
          <a:ln xmlns:a="http://schemas.openxmlformats.org/drawingml/2006/main" w="0">
            <a:solidFill>
              <a:srgbClr val="D0EDFA"/>
            </a:solidFill>
            <a:prstDash val="solid"/>
          </a:ln>
        </p:spPr>
      </p:sp>
      <p:sp>
        <p:nvSpPr>
          <p:cNvPr id="7" name="without-title">
            <a:extLst xmlns:a="http://schemas.openxmlformats.org/drawingml/2006/main">
              <a:ext uri="{FF2B5EF4-FFF2-40B4-BE49-F238E27FC236}">
                <a16:creationId xmlns:a16="http://schemas.microsoft.com/office/drawing/2014/main" id="{384141C8-3C20-4ED4-A381-6E048B6B1B95}"/>
              </a:ext>
            </a:extLst>
          </p:cNvPr>
          <p:cNvSpPr>
            <a:spLocks xmlns:a="http://schemas.openxmlformats.org/drawingml/2006/main" noGrp="1"/>
          </p:cNvSpPr>
          <p:nvPr/>
        </p:nvSpPr>
        <p:spPr>
          <a:xfrm xmlns:a="http://schemas.openxmlformats.org/drawingml/2006/main">
            <a:off x="723900" y="2952750"/>
            <a:ext cx="457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Without versioning</a:t>
            </a:r>
          </a:p>
        </p:txBody>
      </p:sp>
      <p:sp>
        <p:nvSpPr>
          <p:cNvPr id="8" name="without-body">
            <a:extLst xmlns:a="http://schemas.openxmlformats.org/drawingml/2006/main">
              <a:ext uri="{FF2B5EF4-FFF2-40B4-BE49-F238E27FC236}">
                <a16:creationId xmlns:a16="http://schemas.microsoft.com/office/drawing/2014/main" id="{9ED12F27-86D6-4FAE-9A39-FD2D55C70E8D}"/>
              </a:ext>
            </a:extLst>
          </p:cNvPr>
          <p:cNvSpPr>
            <a:spLocks xmlns:a="http://schemas.openxmlformats.org/drawingml/2006/main" noGrp="1"/>
          </p:cNvSpPr>
          <p:nvPr/>
        </p:nvSpPr>
        <p:spPr>
          <a:xfrm xmlns:a="http://schemas.openxmlformats.org/drawingml/2006/main">
            <a:off x="723900" y="3571875"/>
            <a:ext cx="457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0656F"/>
                </a:solidFill>
                <a:latin typeface="Arial"/>
                <a:ea typeface="Arial"/>
                <a:cs typeface="Arial"/>
              </a:defRPr>
            </a:pPr>
            <a:r>
              <a:rPr sz="1650" b="0">
                <a:solidFill>
                  <a:srgbClr val="60656F"/>
                </a:solidFill>
                <a:latin typeface="Arial"/>
                <a:ea typeface="Arial"/>
                <a:cs typeface="Arial"/>
              </a:rPr>
              <a:t>Edit → overwrite</a:t>
            </a:r>
          </a:p>
          <a:p xmlns:a="http://schemas.openxmlformats.org/drawingml/2006/main">
            <a:r>
              <a:t/>
            </a:r>
          </a:p>
          <a:p xmlns:a="http://schemas.openxmlformats.org/drawingml/2006/main">
            <a:pPr algn="l">
              <a:defRPr sz="1650" b="0">
                <a:solidFill>
                  <a:srgbClr val="60656F"/>
                </a:solidFill>
                <a:latin typeface="Arial"/>
                <a:ea typeface="Arial"/>
                <a:cs typeface="Arial"/>
              </a:defRPr>
            </a:pPr>
            <a:r>
              <a:rPr sz="1650" b="0">
                <a:solidFill>
                  <a:srgbClr val="60656F"/>
                </a:solidFill>
                <a:latin typeface="Arial"/>
                <a:ea typeface="Arial"/>
                <a:cs typeface="Arial"/>
              </a:rPr>
              <a:t>Previous metadata and risk results disappear</a:t>
            </a:r>
          </a:p>
        </p:txBody>
      </p:sp>
      <p:sp>
        <p:nvSpPr>
          <p:cNvPr id="9" name="with-title">
            <a:extLst xmlns:a="http://schemas.openxmlformats.org/drawingml/2006/main">
              <a:ext uri="{FF2B5EF4-FFF2-40B4-BE49-F238E27FC236}">
                <a16:creationId xmlns:a16="http://schemas.microsoft.com/office/drawing/2014/main" id="{9C38CF28-E1C8-4117-88BC-6FEA0F6CD9BA}"/>
              </a:ext>
            </a:extLst>
          </p:cNvPr>
          <p:cNvSpPr>
            <a:spLocks xmlns:a="http://schemas.openxmlformats.org/drawingml/2006/main" noGrp="1"/>
          </p:cNvSpPr>
          <p:nvPr/>
        </p:nvSpPr>
        <p:spPr>
          <a:xfrm xmlns:a="http://schemas.openxmlformats.org/drawingml/2006/main">
            <a:off x="6362700" y="2952750"/>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With immutable snapshots</a:t>
            </a:r>
          </a:p>
        </p:txBody>
      </p:sp>
      <p:sp>
        <p:nvSpPr>
          <p:cNvPr id="10" name="with-body">
            <a:extLst xmlns:a="http://schemas.openxmlformats.org/drawingml/2006/main">
              <a:ext uri="{FF2B5EF4-FFF2-40B4-BE49-F238E27FC236}">
                <a16:creationId xmlns:a16="http://schemas.microsoft.com/office/drawing/2014/main" id="{2BB1CBC1-B0F5-41FF-B17C-8FA84EF84428}"/>
              </a:ext>
            </a:extLst>
          </p:cNvPr>
          <p:cNvSpPr>
            <a:spLocks xmlns:a="http://schemas.openxmlformats.org/drawingml/2006/main" noGrp="1"/>
          </p:cNvSpPr>
          <p:nvPr/>
        </p:nvSpPr>
        <p:spPr>
          <a:xfrm xmlns:a="http://schemas.openxmlformats.org/drawingml/2006/main">
            <a:off x="6362700" y="3571875"/>
            <a:ext cx="4857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Edit → append a new version</a:t>
            </a:r>
          </a:p>
          <a:p xmlns:a="http://schemas.openxmlformats.org/drawingml/2006/main">
            <a:r>
              <a:t/>
            </a:r>
          </a:p>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Earlier states stay available for review</a:t>
            </a:r>
          </a:p>
        </p:txBody>
      </p:sp>
      <p:sp>
        <p:nvSpPr>
          <p:cNvPr id="11" name="goal-line">
            <a:extLst xmlns:a="http://schemas.openxmlformats.org/drawingml/2006/main">
              <a:ext uri="{FF2B5EF4-FFF2-40B4-BE49-F238E27FC236}">
                <a16:creationId xmlns:a16="http://schemas.microsoft.com/office/drawing/2014/main" id="{65B6922C-49E0-4A5F-8F4F-6A322C4ABA0A}"/>
              </a:ext>
            </a:extLst>
          </p:cNvPr>
          <p:cNvSpPr>
            <a:spLocks xmlns:a="http://schemas.openxmlformats.org/drawingml/2006/main" noGrp="1"/>
          </p:cNvSpPr>
          <p:nvPr/>
        </p:nvSpPr>
        <p:spPr>
          <a:xfrm xmlns:a="http://schemas.openxmlformats.org/drawingml/2006/main">
            <a:off x="400050" y="5286375"/>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The goal: current data stays easy to use, while history remains trustworthy.</a:t>
            </a:r>
          </a:p>
        </p:txBody>
      </p:sp>
    </p:spTree>
    <p:extLst>
      <p:ext uri="{BB962C8B-B14F-4D97-AF65-F5344CB8AC3E}">
        <p14:creationId xmlns:p14="http://schemas.microsoft.com/office/powerpoint/2010/main" val="5388290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3">
            <a:extLst xmlns:a="http://schemas.openxmlformats.org/drawingml/2006/main">
              <a:ext uri="{FF2B5EF4-FFF2-40B4-BE49-F238E27FC236}">
                <a16:creationId xmlns:a16="http://schemas.microsoft.com/office/drawing/2014/main" id="{93F760CA-388E-4D01-96B7-597B93F19C09}"/>
              </a:ext>
            </a:extLst>
          </p:cNvPr>
          <p:cNvSpPr>
            <a:spLocks xmlns:a="http://schemas.openxmlformats.org/drawingml/2006/main" noGrp="1"/>
          </p:cNvSpPr>
          <p:nvPr/>
        </p:nvSpPr>
        <p:spPr>
          <a:xfrm xmlns:a="http://schemas.openxmlformats.org/drawingml/2006/main">
            <a:off x="40005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The backend owns every version number</a:t>
            </a:r>
          </a:p>
        </p:txBody>
      </p:sp>
      <p:sp>
        <p:nvSpPr>
          <p:cNvPr id="2" name="accent-3">
            <a:extLst xmlns:a="http://schemas.openxmlformats.org/drawingml/2006/main">
              <a:ext uri="{FF2B5EF4-FFF2-40B4-BE49-F238E27FC236}">
                <a16:creationId xmlns:a16="http://schemas.microsoft.com/office/drawing/2014/main" id="{1CD4C65A-38BF-4C99-A600-EC64C7554AAF}"/>
              </a:ext>
            </a:extLst>
          </p:cNvPr>
          <p:cNvSpPr>
            <a:spLocks xmlns:a="http://schemas.openxmlformats.org/drawingml/2006/main" noGrp="1"/>
          </p:cNvSpPr>
          <p:nvPr/>
        </p:nvSpPr>
        <p:spPr>
          <a:xfrm xmlns:a="http://schemas.openxmlformats.org/drawingml/2006/main">
            <a:off x="400050" y="1066800"/>
            <a:ext cx="8953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slide-number-3">
            <a:extLst xmlns:a="http://schemas.openxmlformats.org/drawingml/2006/main">
              <a:ext uri="{FF2B5EF4-FFF2-40B4-BE49-F238E27FC236}">
                <a16:creationId xmlns:a16="http://schemas.microsoft.com/office/drawing/2014/main" id="{F137495C-30E2-4514-8097-887C4E8B08DF}"/>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r">
              <a:defRPr sz="1050" b="0">
                <a:solidFill>
                  <a:srgbClr val="60656F"/>
                </a:solidFill>
                <a:latin typeface="Arial"/>
                <a:ea typeface="Arial"/>
                <a:cs typeface="Arial"/>
              </a:defRPr>
            </a:pPr>
            <a:r>
              <a:rPr sz="1050" b="0">
                <a:solidFill>
                  <a:srgbClr val="60656F"/>
                </a:solidFill>
                <a:latin typeface="Arial"/>
                <a:ea typeface="Arial"/>
                <a:cs typeface="Arial"/>
              </a:rPr>
              <a:t>3</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d1f44c28e06491f"/>
          <a:stretch xmlns:a="http://schemas.openxmlformats.org/drawingml/2006/main"/>
        </p:blipFill>
        <p:spPr>
          <a:xfrm xmlns:a="http://schemas.openxmlformats.org/drawingml/2006/main">
            <a:off x="400050" y="1431156"/>
            <a:ext cx="7219950" cy="4795788"/>
          </a:xfrm>
          <a:prstGeom xmlns:a="http://schemas.openxmlformats.org/drawingml/2006/main" prst="rect">
            <a:avLst/>
          </a:prstGeom>
        </p:spPr>
      </p:pic>
      <p:sp>
        <p:nvSpPr>
          <p:cNvPr id="5" name="code-explanation-title">
            <a:extLst xmlns:a="http://schemas.openxmlformats.org/drawingml/2006/main">
              <a:ext uri="{FF2B5EF4-FFF2-40B4-BE49-F238E27FC236}">
                <a16:creationId xmlns:a16="http://schemas.microsoft.com/office/drawing/2014/main" id="{67AB381E-B1AB-4D13-A28F-CCB86BDA5F28}"/>
              </a:ext>
            </a:extLst>
          </p:cNvPr>
          <p:cNvSpPr>
            <a:spLocks xmlns:a="http://schemas.openxmlformats.org/drawingml/2006/main" noGrp="1"/>
          </p:cNvSpPr>
          <p:nvPr/>
        </p:nvSpPr>
        <p:spPr>
          <a:xfrm xmlns:a="http://schemas.openxmlformats.org/drawingml/2006/main">
            <a:off x="8020050" y="143827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What the code guarantees</a:t>
            </a:r>
          </a:p>
        </p:txBody>
      </p:sp>
      <p:sp>
        <p:nvSpPr>
          <p:cNvPr id="6" name="code-number-1">
            <a:extLst xmlns:a="http://schemas.openxmlformats.org/drawingml/2006/main">
              <a:ext uri="{FF2B5EF4-FFF2-40B4-BE49-F238E27FC236}">
                <a16:creationId xmlns:a16="http://schemas.microsoft.com/office/drawing/2014/main" id="{DE0084AC-A073-4824-87C1-5B9100ABB51E}"/>
              </a:ext>
            </a:extLst>
          </p:cNvPr>
          <p:cNvSpPr>
            <a:spLocks xmlns:a="http://schemas.openxmlformats.org/drawingml/2006/main" noGrp="1"/>
          </p:cNvSpPr>
          <p:nvPr/>
        </p:nvSpPr>
        <p:spPr>
          <a:xfrm xmlns:a="http://schemas.openxmlformats.org/drawingml/2006/main">
            <a:off x="8020050" y="2095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7" name="code-label-1">
            <a:extLst xmlns:a="http://schemas.openxmlformats.org/drawingml/2006/main">
              <a:ext uri="{FF2B5EF4-FFF2-40B4-BE49-F238E27FC236}">
                <a16:creationId xmlns:a16="http://schemas.microsoft.com/office/drawing/2014/main" id="{C8B342A5-D7F7-4A49-8EF7-578E5DC9DA09}"/>
              </a:ext>
            </a:extLst>
          </p:cNvPr>
          <p:cNvSpPr>
            <a:spLocks xmlns:a="http://schemas.openxmlformats.org/drawingml/2006/main" noGrp="1"/>
          </p:cNvSpPr>
          <p:nvPr/>
        </p:nvSpPr>
        <p:spPr>
          <a:xfrm xmlns:a="http://schemas.openxmlformats.org/drawingml/2006/main">
            <a:off x="8572500" y="20955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11111"/>
                </a:solidFill>
                <a:latin typeface="Arial"/>
                <a:ea typeface="Arial"/>
                <a:cs typeface="Arial"/>
              </a:defRPr>
            </a:pPr>
            <a:r>
              <a:rPr sz="1500" b="1">
                <a:solidFill>
                  <a:srgbClr val="111111"/>
                </a:solidFill>
                <a:latin typeface="Arial"/>
                <a:ea typeface="Arial"/>
                <a:cs typeface="Arial"/>
              </a:rPr>
              <a:t>LOCK</a:t>
            </a:r>
          </a:p>
        </p:txBody>
      </p:sp>
      <p:sp>
        <p:nvSpPr>
          <p:cNvPr id="8" name="code-body-1">
            <a:extLst xmlns:a="http://schemas.openxmlformats.org/drawingml/2006/main">
              <a:ext uri="{FF2B5EF4-FFF2-40B4-BE49-F238E27FC236}">
                <a16:creationId xmlns:a16="http://schemas.microsoft.com/office/drawing/2014/main" id="{0465CDAD-EEB8-42B1-AC51-90519B296109}"/>
              </a:ext>
            </a:extLst>
          </p:cNvPr>
          <p:cNvSpPr>
            <a:spLocks xmlns:a="http://schemas.openxmlformats.org/drawingml/2006/main" noGrp="1"/>
          </p:cNvSpPr>
          <p:nvPr/>
        </p:nvSpPr>
        <p:spPr>
          <a:xfrm xmlns:a="http://schemas.openxmlformats.org/drawingml/2006/main">
            <a:off x="8572500" y="241935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0656F"/>
                </a:solidFill>
                <a:latin typeface="Arial"/>
                <a:ea typeface="Arial"/>
                <a:cs typeface="Arial"/>
              </a:defRPr>
            </a:pPr>
            <a:r>
              <a:rPr sz="1275" b="0">
                <a:solidFill>
                  <a:srgbClr val="60656F"/>
                </a:solidFill>
                <a:latin typeface="Arial"/>
                <a:ea typeface="Arial"/>
                <a:cs typeface="Arial"/>
              </a:rPr>
              <a:t>Prevent concurrent allocation</a:t>
            </a:r>
          </a:p>
        </p:txBody>
      </p:sp>
      <p:sp>
        <p:nvSpPr>
          <p:cNvPr id="9" name="code-rule-1">
            <a:extLst xmlns:a="http://schemas.openxmlformats.org/drawingml/2006/main">
              <a:ext uri="{FF2B5EF4-FFF2-40B4-BE49-F238E27FC236}">
                <a16:creationId xmlns:a16="http://schemas.microsoft.com/office/drawing/2014/main" id="{63C2C29A-22C8-46A4-B408-2BF05070F8DF}"/>
              </a:ext>
            </a:extLst>
          </p:cNvPr>
          <p:cNvSpPr>
            <a:spLocks xmlns:a="http://schemas.openxmlformats.org/drawingml/2006/main" noGrp="1"/>
          </p:cNvSpPr>
          <p:nvPr/>
        </p:nvSpPr>
        <p:spPr>
          <a:xfrm xmlns:a="http://schemas.openxmlformats.org/drawingml/2006/main">
            <a:off x="8020050" y="2876550"/>
            <a:ext cx="3333750" cy="9525"/>
          </a:xfrm>
          <a:prstGeom xmlns:a="http://schemas.openxmlformats.org/drawingml/2006/main" prst="rect">
            <a:avLst/>
          </a:prstGeom>
          <a:solidFill xmlns:a="http://schemas.openxmlformats.org/drawingml/2006/main">
            <a:srgbClr val="D8DEE8"/>
          </a:solidFill>
          <a:ln xmlns:a="http://schemas.openxmlformats.org/drawingml/2006/main" w="0">
            <a:solidFill>
              <a:srgbClr val="D8DEE8"/>
            </a:solidFill>
            <a:prstDash val="solid"/>
          </a:ln>
        </p:spPr>
      </p:sp>
      <p:sp>
        <p:nvSpPr>
          <p:cNvPr id="10" name="code-number-2">
            <a:extLst xmlns:a="http://schemas.openxmlformats.org/drawingml/2006/main">
              <a:ext uri="{FF2B5EF4-FFF2-40B4-BE49-F238E27FC236}">
                <a16:creationId xmlns:a16="http://schemas.microsoft.com/office/drawing/2014/main" id="{9BDBB0E8-2F08-4861-9765-ED8C4780694B}"/>
              </a:ext>
            </a:extLst>
          </p:cNvPr>
          <p:cNvSpPr>
            <a:spLocks xmlns:a="http://schemas.openxmlformats.org/drawingml/2006/main" noGrp="1"/>
          </p:cNvSpPr>
          <p:nvPr/>
        </p:nvSpPr>
        <p:spPr>
          <a:xfrm xmlns:a="http://schemas.openxmlformats.org/drawingml/2006/main">
            <a:off x="8020050" y="30575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11" name="code-label-2">
            <a:extLst xmlns:a="http://schemas.openxmlformats.org/drawingml/2006/main">
              <a:ext uri="{FF2B5EF4-FFF2-40B4-BE49-F238E27FC236}">
                <a16:creationId xmlns:a16="http://schemas.microsoft.com/office/drawing/2014/main" id="{9B37E86A-E092-43CC-A2B6-2CFAE2B8BB4A}"/>
              </a:ext>
            </a:extLst>
          </p:cNvPr>
          <p:cNvSpPr>
            <a:spLocks xmlns:a="http://schemas.openxmlformats.org/drawingml/2006/main" noGrp="1"/>
          </p:cNvSpPr>
          <p:nvPr/>
        </p:nvSpPr>
        <p:spPr>
          <a:xfrm xmlns:a="http://schemas.openxmlformats.org/drawingml/2006/main">
            <a:off x="8572500" y="30575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11111"/>
                </a:solidFill>
                <a:latin typeface="Arial"/>
                <a:ea typeface="Arial"/>
                <a:cs typeface="Arial"/>
              </a:defRPr>
            </a:pPr>
            <a:r>
              <a:rPr sz="1500" b="1">
                <a:solidFill>
                  <a:srgbClr val="111111"/>
                </a:solidFill>
                <a:latin typeface="Arial"/>
                <a:ea typeface="Arial"/>
                <a:cs typeface="Arial"/>
              </a:rPr>
              <a:t>SKIP</a:t>
            </a:r>
          </a:p>
        </p:txBody>
      </p:sp>
      <p:sp>
        <p:nvSpPr>
          <p:cNvPr id="12" name="code-body-2">
            <a:extLst xmlns:a="http://schemas.openxmlformats.org/drawingml/2006/main">
              <a:ext uri="{FF2B5EF4-FFF2-40B4-BE49-F238E27FC236}">
                <a16:creationId xmlns:a16="http://schemas.microsoft.com/office/drawing/2014/main" id="{D9C94802-84B7-4518-9E04-5915D2C5A03D}"/>
              </a:ext>
            </a:extLst>
          </p:cNvPr>
          <p:cNvSpPr>
            <a:spLocks xmlns:a="http://schemas.openxmlformats.org/drawingml/2006/main" noGrp="1"/>
          </p:cNvSpPr>
          <p:nvPr/>
        </p:nvSpPr>
        <p:spPr>
          <a:xfrm xmlns:a="http://schemas.openxmlformats.org/drawingml/2006/main">
            <a:off x="8572500" y="3381375"/>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0656F"/>
                </a:solidFill>
                <a:latin typeface="Arial"/>
                <a:ea typeface="Arial"/>
                <a:cs typeface="Arial"/>
              </a:defRPr>
            </a:pPr>
            <a:r>
              <a:rPr sz="1275" b="0">
                <a:solidFill>
                  <a:srgbClr val="60656F"/>
                </a:solidFill>
                <a:latin typeface="Arial"/>
                <a:ea typeface="Arial"/>
                <a:cs typeface="Arial"/>
              </a:rPr>
              <a:t>Avoid duplicate snapshots</a:t>
            </a:r>
          </a:p>
        </p:txBody>
      </p:sp>
      <p:sp>
        <p:nvSpPr>
          <p:cNvPr id="13" name="code-rule-2">
            <a:extLst xmlns:a="http://schemas.openxmlformats.org/drawingml/2006/main">
              <a:ext uri="{FF2B5EF4-FFF2-40B4-BE49-F238E27FC236}">
                <a16:creationId xmlns:a16="http://schemas.microsoft.com/office/drawing/2014/main" id="{2CCDC035-E897-4705-BA16-1DD8EBC00846}"/>
              </a:ext>
            </a:extLst>
          </p:cNvPr>
          <p:cNvSpPr>
            <a:spLocks xmlns:a="http://schemas.openxmlformats.org/drawingml/2006/main" noGrp="1"/>
          </p:cNvSpPr>
          <p:nvPr/>
        </p:nvSpPr>
        <p:spPr>
          <a:xfrm xmlns:a="http://schemas.openxmlformats.org/drawingml/2006/main">
            <a:off x="8020050" y="3838575"/>
            <a:ext cx="3333750" cy="9525"/>
          </a:xfrm>
          <a:prstGeom xmlns:a="http://schemas.openxmlformats.org/drawingml/2006/main" prst="rect">
            <a:avLst/>
          </a:prstGeom>
          <a:solidFill xmlns:a="http://schemas.openxmlformats.org/drawingml/2006/main">
            <a:srgbClr val="D8DEE8"/>
          </a:solidFill>
          <a:ln xmlns:a="http://schemas.openxmlformats.org/drawingml/2006/main" w="0">
            <a:solidFill>
              <a:srgbClr val="D8DEE8"/>
            </a:solidFill>
            <a:prstDash val="solid"/>
          </a:ln>
        </p:spPr>
      </p:sp>
      <p:sp>
        <p:nvSpPr>
          <p:cNvPr id="14" name="code-number-3">
            <a:extLst xmlns:a="http://schemas.openxmlformats.org/drawingml/2006/main">
              <a:ext uri="{FF2B5EF4-FFF2-40B4-BE49-F238E27FC236}">
                <a16:creationId xmlns:a16="http://schemas.microsoft.com/office/drawing/2014/main" id="{E0413BEA-2EAB-4846-960E-0496C9B692FF}"/>
              </a:ext>
            </a:extLst>
          </p:cNvPr>
          <p:cNvSpPr>
            <a:spLocks xmlns:a="http://schemas.openxmlformats.org/drawingml/2006/main" noGrp="1"/>
          </p:cNvSpPr>
          <p:nvPr/>
        </p:nvSpPr>
        <p:spPr>
          <a:xfrm xmlns:a="http://schemas.openxmlformats.org/drawingml/2006/main">
            <a:off x="8020050" y="40195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5" name="code-label-3">
            <a:extLst xmlns:a="http://schemas.openxmlformats.org/drawingml/2006/main">
              <a:ext uri="{FF2B5EF4-FFF2-40B4-BE49-F238E27FC236}">
                <a16:creationId xmlns:a16="http://schemas.microsoft.com/office/drawing/2014/main" id="{69A33DEB-98A3-4206-BACF-F28C13D60A4A}"/>
              </a:ext>
            </a:extLst>
          </p:cNvPr>
          <p:cNvSpPr>
            <a:spLocks xmlns:a="http://schemas.openxmlformats.org/drawingml/2006/main" noGrp="1"/>
          </p:cNvSpPr>
          <p:nvPr/>
        </p:nvSpPr>
        <p:spPr>
          <a:xfrm xmlns:a="http://schemas.openxmlformats.org/drawingml/2006/main">
            <a:off x="8572500" y="40195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11111"/>
                </a:solidFill>
                <a:latin typeface="Arial"/>
                <a:ea typeface="Arial"/>
                <a:cs typeface="Arial"/>
              </a:defRPr>
            </a:pPr>
            <a:r>
              <a:rPr sz="1500" b="1">
                <a:solidFill>
                  <a:srgbClr val="111111"/>
                </a:solidFill>
                <a:latin typeface="Arial"/>
                <a:ea typeface="Arial"/>
                <a:cs typeface="Arial"/>
              </a:rPr>
              <a:t>NUMBER</a:t>
            </a:r>
          </a:p>
        </p:txBody>
      </p:sp>
      <p:sp>
        <p:nvSpPr>
          <p:cNvPr id="16" name="code-body-3">
            <a:extLst xmlns:a="http://schemas.openxmlformats.org/drawingml/2006/main">
              <a:ext uri="{FF2B5EF4-FFF2-40B4-BE49-F238E27FC236}">
                <a16:creationId xmlns:a16="http://schemas.microsoft.com/office/drawing/2014/main" id="{31D4BA07-9639-4008-82C7-58BD7DE7F613}"/>
              </a:ext>
            </a:extLst>
          </p:cNvPr>
          <p:cNvSpPr>
            <a:spLocks xmlns:a="http://schemas.openxmlformats.org/drawingml/2006/main" noGrp="1"/>
          </p:cNvSpPr>
          <p:nvPr/>
        </p:nvSpPr>
        <p:spPr>
          <a:xfrm xmlns:a="http://schemas.openxmlformats.org/drawingml/2006/main">
            <a:off x="8572500" y="434340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0656F"/>
                </a:solidFill>
                <a:latin typeface="Arial"/>
                <a:ea typeface="Arial"/>
                <a:cs typeface="Arial"/>
              </a:defRPr>
            </a:pPr>
            <a:r>
              <a:rPr sz="1275" b="0">
                <a:solidFill>
                  <a:srgbClr val="60656F"/>
                </a:solidFill>
                <a:latin typeface="Arial"/>
                <a:ea typeface="Arial"/>
                <a:cs typeface="Arial"/>
              </a:rPr>
              <a:t>Assign latest version + 1</a:t>
            </a:r>
          </a:p>
        </p:txBody>
      </p:sp>
      <p:sp>
        <p:nvSpPr>
          <p:cNvPr id="17" name="code-rule-3">
            <a:extLst xmlns:a="http://schemas.openxmlformats.org/drawingml/2006/main">
              <a:ext uri="{FF2B5EF4-FFF2-40B4-BE49-F238E27FC236}">
                <a16:creationId xmlns:a16="http://schemas.microsoft.com/office/drawing/2014/main" id="{51F96CED-02FA-49EC-9C2B-0E6E117B9B9F}"/>
              </a:ext>
            </a:extLst>
          </p:cNvPr>
          <p:cNvSpPr>
            <a:spLocks xmlns:a="http://schemas.openxmlformats.org/drawingml/2006/main" noGrp="1"/>
          </p:cNvSpPr>
          <p:nvPr/>
        </p:nvSpPr>
        <p:spPr>
          <a:xfrm xmlns:a="http://schemas.openxmlformats.org/drawingml/2006/main">
            <a:off x="8020050" y="4800600"/>
            <a:ext cx="3333750" cy="9525"/>
          </a:xfrm>
          <a:prstGeom xmlns:a="http://schemas.openxmlformats.org/drawingml/2006/main" prst="rect">
            <a:avLst/>
          </a:prstGeom>
          <a:solidFill xmlns:a="http://schemas.openxmlformats.org/drawingml/2006/main">
            <a:srgbClr val="D8DEE8"/>
          </a:solidFill>
          <a:ln xmlns:a="http://schemas.openxmlformats.org/drawingml/2006/main" w="0">
            <a:solidFill>
              <a:srgbClr val="D8DEE8"/>
            </a:solidFill>
            <a:prstDash val="solid"/>
          </a:ln>
        </p:spPr>
      </p:sp>
      <p:sp>
        <p:nvSpPr>
          <p:cNvPr id="18" name="code-number-4">
            <a:extLst xmlns:a="http://schemas.openxmlformats.org/drawingml/2006/main">
              <a:ext uri="{FF2B5EF4-FFF2-40B4-BE49-F238E27FC236}">
                <a16:creationId xmlns:a16="http://schemas.microsoft.com/office/drawing/2014/main" id="{62E051E5-C0E8-4887-9CD3-D12431494251}"/>
              </a:ext>
            </a:extLst>
          </p:cNvPr>
          <p:cNvSpPr>
            <a:spLocks xmlns:a="http://schemas.openxmlformats.org/drawingml/2006/main" noGrp="1"/>
          </p:cNvSpPr>
          <p:nvPr/>
        </p:nvSpPr>
        <p:spPr>
          <a:xfrm xmlns:a="http://schemas.openxmlformats.org/drawingml/2006/main">
            <a:off x="8020050" y="49815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04</a:t>
            </a:r>
          </a:p>
        </p:txBody>
      </p:sp>
      <p:sp>
        <p:nvSpPr>
          <p:cNvPr id="19" name="code-label-4">
            <a:extLst xmlns:a="http://schemas.openxmlformats.org/drawingml/2006/main">
              <a:ext uri="{FF2B5EF4-FFF2-40B4-BE49-F238E27FC236}">
                <a16:creationId xmlns:a16="http://schemas.microsoft.com/office/drawing/2014/main" id="{29752EA6-3DAD-40F7-86F8-702306EC98BA}"/>
              </a:ext>
            </a:extLst>
          </p:cNvPr>
          <p:cNvSpPr>
            <a:spLocks xmlns:a="http://schemas.openxmlformats.org/drawingml/2006/main" noGrp="1"/>
          </p:cNvSpPr>
          <p:nvPr/>
        </p:nvSpPr>
        <p:spPr>
          <a:xfrm xmlns:a="http://schemas.openxmlformats.org/drawingml/2006/main">
            <a:off x="8572500" y="49815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11111"/>
                </a:solidFill>
                <a:latin typeface="Arial"/>
                <a:ea typeface="Arial"/>
                <a:cs typeface="Arial"/>
              </a:defRPr>
            </a:pPr>
            <a:r>
              <a:rPr sz="1500" b="1">
                <a:solidFill>
                  <a:srgbClr val="111111"/>
                </a:solidFill>
                <a:latin typeface="Arial"/>
                <a:ea typeface="Arial"/>
                <a:cs typeface="Arial"/>
              </a:rPr>
              <a:t>APPEND</a:t>
            </a:r>
          </a:p>
        </p:txBody>
      </p:sp>
      <p:sp>
        <p:nvSpPr>
          <p:cNvPr id="20" name="code-body-4">
            <a:extLst xmlns:a="http://schemas.openxmlformats.org/drawingml/2006/main">
              <a:ext uri="{FF2B5EF4-FFF2-40B4-BE49-F238E27FC236}">
                <a16:creationId xmlns:a16="http://schemas.microsoft.com/office/drawing/2014/main" id="{FF845146-0AFC-4E4C-BF7A-9CD6AAAB2457}"/>
              </a:ext>
            </a:extLst>
          </p:cNvPr>
          <p:cNvSpPr>
            <a:spLocks xmlns:a="http://schemas.openxmlformats.org/drawingml/2006/main" noGrp="1"/>
          </p:cNvSpPr>
          <p:nvPr/>
        </p:nvSpPr>
        <p:spPr>
          <a:xfrm xmlns:a="http://schemas.openxmlformats.org/drawingml/2006/main">
            <a:off x="8572500" y="5305425"/>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0656F"/>
                </a:solidFill>
                <a:latin typeface="Arial"/>
                <a:ea typeface="Arial"/>
                <a:cs typeface="Arial"/>
              </a:defRPr>
            </a:pPr>
            <a:r>
              <a:rPr sz="1275" b="0">
                <a:solidFill>
                  <a:srgbClr val="60656F"/>
                </a:solidFill>
                <a:latin typeface="Arial"/>
                <a:ea typeface="Arial"/>
                <a:cs typeface="Arial"/>
              </a:rPr>
              <a:t>Store the complete state</a:t>
            </a:r>
          </a:p>
        </p:txBody>
      </p:sp>
      <p:sp>
        <p:nvSpPr>
          <p:cNvPr id="21" name="code-conclusion">
            <a:extLst xmlns:a="http://schemas.openxmlformats.org/drawingml/2006/main">
              <a:ext uri="{FF2B5EF4-FFF2-40B4-BE49-F238E27FC236}">
                <a16:creationId xmlns:a16="http://schemas.microsoft.com/office/drawing/2014/main" id="{CD2DAA38-9A1E-4F8C-AE95-88CBD8F5B445}"/>
              </a:ext>
            </a:extLst>
          </p:cNvPr>
          <p:cNvSpPr>
            <a:spLocks xmlns:a="http://schemas.openxmlformats.org/drawingml/2006/main" noGrp="1"/>
          </p:cNvSpPr>
          <p:nvPr/>
        </p:nvSpPr>
        <p:spPr>
          <a:xfrm xmlns:a="http://schemas.openxmlformats.org/drawingml/2006/main">
            <a:off x="8020050" y="58578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The client cannot create gaps or conflicting versions.</a:t>
            </a:r>
          </a:p>
        </p:txBody>
      </p:sp>
    </p:spTree>
    <p:extLst>
      <p:ext uri="{BB962C8B-B14F-4D97-AF65-F5344CB8AC3E}">
        <p14:creationId xmlns:p14="http://schemas.microsoft.com/office/powerpoint/2010/main" val="9264088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4">
            <a:extLst xmlns:a="http://schemas.openxmlformats.org/drawingml/2006/main">
              <a:ext uri="{FF2B5EF4-FFF2-40B4-BE49-F238E27FC236}">
                <a16:creationId xmlns:a16="http://schemas.microsoft.com/office/drawing/2014/main" id="{CC2E38EC-B95C-40B2-B112-A26ED9E24035}"/>
              </a:ext>
            </a:extLst>
          </p:cNvPr>
          <p:cNvSpPr>
            <a:spLocks xmlns:a="http://schemas.openxmlformats.org/drawingml/2006/main" noGrp="1"/>
          </p:cNvSpPr>
          <p:nvPr/>
        </p:nvSpPr>
        <p:spPr>
          <a:xfrm xmlns:a="http://schemas.openxmlformats.org/drawingml/2006/main">
            <a:off x="400050" y="3238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Edge cases define whether history can be trusted</a:t>
            </a:r>
          </a:p>
        </p:txBody>
      </p:sp>
      <p:sp>
        <p:nvSpPr>
          <p:cNvPr id="2" name="accent-4">
            <a:extLst xmlns:a="http://schemas.openxmlformats.org/drawingml/2006/main">
              <a:ext uri="{FF2B5EF4-FFF2-40B4-BE49-F238E27FC236}">
                <a16:creationId xmlns:a16="http://schemas.microsoft.com/office/drawing/2014/main" id="{89DFD4CA-D30D-4F2B-A367-0C89C8DE9D55}"/>
              </a:ext>
            </a:extLst>
          </p:cNvPr>
          <p:cNvSpPr>
            <a:spLocks xmlns:a="http://schemas.openxmlformats.org/drawingml/2006/main" noGrp="1"/>
          </p:cNvSpPr>
          <p:nvPr/>
        </p:nvSpPr>
        <p:spPr>
          <a:xfrm xmlns:a="http://schemas.openxmlformats.org/drawingml/2006/main">
            <a:off x="400050" y="1066800"/>
            <a:ext cx="8953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slide-number-4">
            <a:extLst xmlns:a="http://schemas.openxmlformats.org/drawingml/2006/main">
              <a:ext uri="{FF2B5EF4-FFF2-40B4-BE49-F238E27FC236}">
                <a16:creationId xmlns:a16="http://schemas.microsoft.com/office/drawing/2014/main" id="{0FAA472E-BAD9-4C33-9A38-820794E1FD98}"/>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r">
              <a:defRPr sz="1050" b="0">
                <a:solidFill>
                  <a:srgbClr val="60656F"/>
                </a:solidFill>
                <a:latin typeface="Arial"/>
                <a:ea typeface="Arial"/>
                <a:cs typeface="Arial"/>
              </a:defRPr>
            </a:pPr>
            <a:r>
              <a:rPr sz="1050" b="0">
                <a:solidFill>
                  <a:srgbClr val="60656F"/>
                </a:solidFill>
                <a:latin typeface="Arial"/>
                <a:ea typeface="Arial"/>
                <a:cs typeface="Arial"/>
              </a:rPr>
              <a:t>4</a:t>
            </a:r>
          </a:p>
        </p:txBody>
      </p:sp>
      <p:sp>
        <p:nvSpPr>
          <p:cNvPr id="4" name="edge-intro">
            <a:extLst xmlns:a="http://schemas.openxmlformats.org/drawingml/2006/main">
              <a:ext uri="{FF2B5EF4-FFF2-40B4-BE49-F238E27FC236}">
                <a16:creationId xmlns:a16="http://schemas.microsoft.com/office/drawing/2014/main" id="{05E4AB45-9015-419E-8865-00C2DBC985A3}"/>
              </a:ext>
            </a:extLst>
          </p:cNvPr>
          <p:cNvSpPr>
            <a:spLocks xmlns:a="http://schemas.openxmlformats.org/drawingml/2006/main" noGrp="1"/>
          </p:cNvSpPr>
          <p:nvPr/>
        </p:nvSpPr>
        <p:spPr>
          <a:xfrm xmlns:a="http://schemas.openxmlformats.org/drawingml/2006/main">
            <a:off x="400050" y="13335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0656F"/>
                </a:solidFill>
                <a:latin typeface="Arial"/>
                <a:ea typeface="Arial"/>
                <a:cs typeface="Arial"/>
              </a:defRPr>
            </a:pPr>
            <a:r>
              <a:rPr sz="1800" b="0">
                <a:solidFill>
                  <a:srgbClr val="60656F"/>
                </a:solidFill>
                <a:latin typeface="Arial"/>
                <a:ea typeface="Arial"/>
                <a:cs typeface="Arial"/>
              </a:rPr>
              <a:t>The implementation handles the cases that usually break a first versioning design.</a:t>
            </a:r>
          </a:p>
        </p:txBody>
      </p:sp>
      <p:graphicFrame>
        <p:nvGraphicFramePr>
          <p:cNvPr id="11" name=""/>
          <p:cNvGraphicFramePr/>
          <p:nvPr/>
        </p:nvGraphicFramePr>
        <p:xfrm>
          <a:off xmlns:a="http://schemas.openxmlformats.org/drawingml/2006/main" x="400050" y="2190750"/>
          <a:ext xmlns:a="http://schemas.openxmlformats.org/drawingml/2006/main" cx="11391900" cy="3143250"/>
        </p:xfrm>
        <a:graphic xmlns:a="http://schemas.openxmlformats.org/drawingml/2006/main">
          <a:graphicData uri="http://schemas.openxmlformats.org/drawingml/2006/table">
            <a:tbl>
              <a:tblPr/>
              <a:tblGrid>
                <a:gridCol w="3714750"/>
                <a:gridCol w="3905250"/>
                <a:gridCol w="3771900"/>
              </a:tblGrid>
              <a:tr h="628650">
                <a:tc>
                  <a:txBody>
                    <a:bodyPr/>
                    <a:lstStyle/>
                    <a:p>
                      <a:r>
                        <a:rPr sz="1500" b="1">
                          <a:solidFill>
                            <a:srgbClr val="FFFFFF"/>
                          </a:solidFill>
                        </a:rPr>
                        <a:t>Scenario</a:t>
                      </a:r>
                    </a:p>
                  </a:txBody>
                  <a:tcPr marL="91440" marR="91440" marT="45720" marB="45720" anchor="ctr">
                    <a:solidFill>
                      <a:srgbClr val="111111"/>
                    </a:solidFill>
                  </a:tcPr>
                </a:tc>
                <a:tc>
                  <a:txBody>
                    <a:bodyPr/>
                    <a:lstStyle/>
                    <a:p>
                      <a:r>
                        <a:rPr sz="1500" b="1">
                          <a:solidFill>
                            <a:srgbClr val="FFFFFF"/>
                          </a:solidFill>
                        </a:rPr>
                        <a:t>Backend behavior</a:t>
                      </a:r>
                    </a:p>
                  </a:txBody>
                  <a:tcPr marL="91440" marR="91440" marT="45720" marB="45720" anchor="ctr">
                    <a:solidFill>
                      <a:srgbClr val="111111"/>
                    </a:solidFill>
                  </a:tcPr>
                </a:tc>
                <a:tc>
                  <a:txBody>
                    <a:bodyPr/>
                    <a:lstStyle/>
                    <a:p>
                      <a:r>
                        <a:rPr sz="1500" b="1">
                          <a:solidFill>
                            <a:srgbClr val="FFFFFF"/>
                          </a:solidFill>
                        </a:rPr>
                        <a:t>Why it matters</a:t>
                      </a:r>
                    </a:p>
                  </a:txBody>
                  <a:tcPr marL="91440" marR="91440" marT="45720" marB="45720" anchor="ctr">
                    <a:solidFill>
                      <a:srgbClr val="111111"/>
                    </a:solidFill>
                  </a:tcPr>
                </a:tc>
              </a:tr>
              <a:tr h="628650">
                <a:tc>
                  <a:txBody>
                    <a:bodyPr/>
                    <a:lstStyle/>
                    <a:p>
                      <a:r>
                        <a:rPr sz="1350">
                          <a:solidFill>
                            <a:srgbClr val="111111"/>
                          </a:solidFill>
                        </a:rPr>
                        <a:t>Create a data source</a:t>
                      </a:r>
                    </a:p>
                  </a:txBody>
                  <a:tcPr marL="133350" marR="133350" marT="76200" marB="76200" anchor="ctr"/>
                </a:tc>
                <a:tc>
                  <a:txBody>
                    <a:bodyPr/>
                    <a:lstStyle/>
                    <a:p>
                      <a:r>
                        <a:rPr sz="1350">
                          <a:solidFill>
                            <a:srgbClr val="111111"/>
                          </a:solidFill>
                        </a:rPr>
                        <a:t>Store version 1</a:t>
                      </a:r>
                    </a:p>
                  </a:txBody>
                  <a:tcPr marL="133350" marR="133350" marT="76200" marB="76200" anchor="ctr"/>
                </a:tc>
                <a:tc>
                  <a:txBody>
                    <a:bodyPr/>
                    <a:lstStyle/>
                    <a:p>
                      <a:r>
                        <a:rPr sz="1350">
                          <a:solidFill>
                            <a:srgbClr val="111111"/>
                          </a:solidFill>
                        </a:rPr>
                        <a:t>History starts immediately</a:t>
                      </a:r>
                    </a:p>
                  </a:txBody>
                  <a:tcPr marL="133350" marR="133350" marT="76200" marB="76200" anchor="ctr"/>
                </a:tc>
              </a:tr>
              <a:tr h="628650">
                <a:tc>
                  <a:txBody>
                    <a:bodyPr/>
                    <a:lstStyle/>
                    <a:p>
                      <a:r>
                        <a:rPr sz="1350">
                          <a:solidFill>
                            <a:srgbClr val="111111"/>
                          </a:solidFill>
                        </a:rPr>
                        <a:t>Edit a versioned field</a:t>
                      </a:r>
                    </a:p>
                  </a:txBody>
                  <a:tcPr marL="133350" marR="133350" marT="76200" marB="76200" anchor="ctr"/>
                </a:tc>
                <a:tc>
                  <a:txBody>
                    <a:bodyPr/>
                    <a:lstStyle/>
                    <a:p>
                      <a:r>
                        <a:rPr sz="1350">
                          <a:solidFill>
                            <a:srgbClr val="111111"/>
                          </a:solidFill>
                        </a:rPr>
                        <a:t>Append version 2</a:t>
                      </a:r>
                    </a:p>
                  </a:txBody>
                  <a:tcPr marL="133350" marR="133350" marT="76200" marB="76200" anchor="ctr"/>
                </a:tc>
                <a:tc>
                  <a:txBody>
                    <a:bodyPr/>
                    <a:lstStyle/>
                    <a:p>
                      <a:r>
                        <a:rPr sz="1350">
                          <a:solidFill>
                            <a:srgbClr val="111111"/>
                          </a:solidFill>
                        </a:rPr>
                        <a:t>Earlier state remains intact</a:t>
                      </a:r>
                    </a:p>
                  </a:txBody>
                  <a:tcPr marL="133350" marR="133350" marT="76200" marB="76200" anchor="ctr"/>
                </a:tc>
              </a:tr>
              <a:tr h="628650">
                <a:tc>
                  <a:txBody>
                    <a:bodyPr/>
                    <a:lstStyle/>
                    <a:p>
                      <a:r>
                        <a:rPr sz="1350">
                          <a:solidFill>
                            <a:srgbClr val="111111"/>
                          </a:solidFill>
                        </a:rPr>
                        <a:t>Send the same values again</a:t>
                      </a:r>
                    </a:p>
                  </a:txBody>
                  <a:tcPr marL="133350" marR="133350" marT="76200" marB="76200" anchor="ctr">
                    <a:solidFill>
                      <a:srgbClr val="D0EDFA"/>
                    </a:solidFill>
                  </a:tcPr>
                </a:tc>
                <a:tc>
                  <a:txBody>
                    <a:bodyPr/>
                    <a:lstStyle/>
                    <a:p>
                      <a:r>
                        <a:rPr sz="1350">
                          <a:solidFill>
                            <a:srgbClr val="111111"/>
                          </a:solidFill>
                        </a:rPr>
                        <a:t>Keep the current version</a:t>
                      </a:r>
                    </a:p>
                  </a:txBody>
                  <a:tcPr marL="133350" marR="133350" marT="76200" marB="76200" anchor="ctr">
                    <a:solidFill>
                      <a:srgbClr val="D0EDFA"/>
                    </a:solidFill>
                  </a:tcPr>
                </a:tc>
                <a:tc>
                  <a:txBody>
                    <a:bodyPr/>
                    <a:lstStyle/>
                    <a:p>
                      <a:r>
                        <a:rPr sz="1350">
                          <a:solidFill>
                            <a:srgbClr val="111111"/>
                          </a:solidFill>
                        </a:rPr>
                        <a:t>No duplicate snapshots</a:t>
                      </a:r>
                    </a:p>
                  </a:txBody>
                  <a:tcPr marL="133350" marR="133350" marT="76200" marB="76200" anchor="ctr">
                    <a:solidFill>
                      <a:srgbClr val="D0EDFA"/>
                    </a:solidFill>
                  </a:tcPr>
                </a:tc>
              </a:tr>
              <a:tr h="628650">
                <a:tc>
                  <a:txBody>
                    <a:bodyPr/>
                    <a:lstStyle/>
                    <a:p>
                      <a:r>
                        <a:rPr sz="1350">
                          <a:solidFill>
                            <a:srgbClr val="111111"/>
                          </a:solidFill>
                        </a:rPr>
                        <a:t>Two updates arrive together</a:t>
                      </a:r>
                    </a:p>
                  </a:txBody>
                  <a:tcPr marL="133350" marR="133350" marT="76200" marB="76200" anchor="ctr"/>
                </a:tc>
                <a:tc>
                  <a:txBody>
                    <a:bodyPr/>
                    <a:lstStyle/>
                    <a:p>
                      <a:r>
                        <a:rPr sz="1350">
                          <a:solidFill>
                            <a:srgbClr val="111111"/>
                          </a:solidFill>
                        </a:rPr>
                        <a:t>Lock before allocation</a:t>
                      </a:r>
                    </a:p>
                  </a:txBody>
                  <a:tcPr marL="133350" marR="133350" marT="76200" marB="76200" anchor="ctr"/>
                </a:tc>
                <a:tc>
                  <a:txBody>
                    <a:bodyPr/>
                    <a:lstStyle/>
                    <a:p>
                      <a:r>
                        <a:rPr sz="1350">
                          <a:solidFill>
                            <a:srgbClr val="111111"/>
                          </a:solidFill>
                        </a:rPr>
                        <a:t>No conflicting version numbers</a:t>
                      </a:r>
                    </a:p>
                  </a:txBody>
                  <a:tcPr marL="133350" marR="133350" marT="76200" marB="76200" anchor="ctr"/>
                </a:tc>
              </a:tr>
            </a:tbl>
          </a:graphicData>
        </a:graphic>
      </p:graphicFrame>
      <p:sp>
        <p:nvSpPr>
          <p:cNvPr id="6" name="test-callout">
            <a:extLst xmlns:a="http://schemas.openxmlformats.org/drawingml/2006/main">
              <a:ext uri="{FF2B5EF4-FFF2-40B4-BE49-F238E27FC236}">
                <a16:creationId xmlns:a16="http://schemas.microsoft.com/office/drawing/2014/main" id="{A9288EA8-E558-44CB-AF65-49532367FB26}"/>
              </a:ext>
            </a:extLst>
          </p:cNvPr>
          <p:cNvSpPr>
            <a:spLocks xmlns:a="http://schemas.openxmlformats.org/drawingml/2006/main" noGrp="1"/>
          </p:cNvSpPr>
          <p:nvPr/>
        </p:nvSpPr>
        <p:spPr>
          <a:xfrm xmlns:a="http://schemas.openxmlformats.org/drawingml/2006/main">
            <a:off x="400050" y="57435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Covered by automated backend tests</a:t>
            </a:r>
          </a:p>
        </p:txBody>
      </p:sp>
    </p:spTree>
    <p:extLst>
      <p:ext uri="{BB962C8B-B14F-4D97-AF65-F5344CB8AC3E}">
        <p14:creationId xmlns:p14="http://schemas.microsoft.com/office/powerpoint/2010/main" val="15315470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losing-eyebrow">
            <a:extLst xmlns:a="http://schemas.openxmlformats.org/drawingml/2006/main">
              <a:ext uri="{FF2B5EF4-FFF2-40B4-BE49-F238E27FC236}">
                <a16:creationId xmlns:a16="http://schemas.microsoft.com/office/drawing/2014/main" id="{762CACB2-A32C-486C-913A-23CB35774D2F}"/>
              </a:ext>
            </a:extLst>
          </p:cNvPr>
          <p:cNvSpPr>
            <a:spLocks xmlns:a="http://schemas.openxmlformats.org/drawingml/2006/main" noGrp="1"/>
          </p:cNvSpPr>
          <p:nvPr/>
        </p:nvSpPr>
        <p:spPr>
          <a:xfrm xmlns:a="http://schemas.openxmlformats.org/drawingml/2006/main">
            <a:off x="400050" y="4000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WHY I AM PROUD OF IT</a:t>
            </a:r>
          </a:p>
        </p:txBody>
      </p:sp>
      <p:sp>
        <p:nvSpPr>
          <p:cNvPr id="2" name="closing-title">
            <a:extLst xmlns:a="http://schemas.openxmlformats.org/drawingml/2006/main">
              <a:ext uri="{FF2B5EF4-FFF2-40B4-BE49-F238E27FC236}">
                <a16:creationId xmlns:a16="http://schemas.microsoft.com/office/drawing/2014/main" id="{0C65E21F-E437-4816-9980-04EE06BA9685}"/>
              </a:ext>
            </a:extLst>
          </p:cNvPr>
          <p:cNvSpPr>
            <a:spLocks xmlns:a="http://schemas.openxmlformats.org/drawingml/2006/main" noGrp="1"/>
          </p:cNvSpPr>
          <p:nvPr/>
        </p:nvSpPr>
        <p:spPr>
          <a:xfrm xmlns:a="http://schemas.openxmlformats.org/drawingml/2006/main">
            <a:off x="400050" y="1619250"/>
            <a:ext cx="876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5550" b="1">
                <a:solidFill>
                  <a:srgbClr val="111111"/>
                </a:solidFill>
                <a:latin typeface="Arial"/>
                <a:ea typeface="Arial"/>
                <a:cs typeface="Arial"/>
              </a:defRPr>
            </a:pPr>
            <a:r>
              <a:rPr sz="5550" b="1">
                <a:solidFill>
                  <a:srgbClr val="111111"/>
                </a:solidFill>
                <a:latin typeface="Arial"/>
                <a:ea typeface="Arial"/>
                <a:cs typeface="Arial"/>
              </a:rPr>
              <a:t>It turns change</a:t>
            </a:r>
          </a:p>
          <a:p xmlns:a="http://schemas.openxmlformats.org/drawingml/2006/main">
            <a:pPr algn="l">
              <a:defRPr sz="5550" b="1">
                <a:solidFill>
                  <a:srgbClr val="111111"/>
                </a:solidFill>
                <a:latin typeface="Arial"/>
                <a:ea typeface="Arial"/>
                <a:cs typeface="Arial"/>
              </a:defRPr>
            </a:pPr>
            <a:r>
              <a:rPr sz="5550" b="1">
                <a:solidFill>
                  <a:srgbClr val="111111"/>
                </a:solidFill>
                <a:latin typeface="Arial"/>
                <a:ea typeface="Arial"/>
                <a:cs typeface="Arial"/>
              </a:rPr>
              <a:t>into evidence.</a:t>
            </a:r>
          </a:p>
        </p:txBody>
      </p:sp>
      <p:sp>
        <p:nvSpPr>
          <p:cNvPr id="3" name="close-1-title">
            <a:extLst xmlns:a="http://schemas.openxmlformats.org/drawingml/2006/main">
              <a:ext uri="{FF2B5EF4-FFF2-40B4-BE49-F238E27FC236}">
                <a16:creationId xmlns:a16="http://schemas.microsoft.com/office/drawing/2014/main" id="{3F66392E-7430-4C1C-910A-B7D3C08FFD6E}"/>
              </a:ext>
            </a:extLst>
          </p:cNvPr>
          <p:cNvSpPr>
            <a:spLocks xmlns:a="http://schemas.openxmlformats.org/drawingml/2006/main" noGrp="1"/>
          </p:cNvSpPr>
          <p:nvPr/>
        </p:nvSpPr>
        <p:spPr>
          <a:xfrm xmlns:a="http://schemas.openxmlformats.org/drawingml/2006/main">
            <a:off x="400050" y="442912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Auditable</a:t>
            </a:r>
          </a:p>
        </p:txBody>
      </p:sp>
      <p:sp>
        <p:nvSpPr>
          <p:cNvPr id="4" name="close-1-body">
            <a:extLst xmlns:a="http://schemas.openxmlformats.org/drawingml/2006/main">
              <a:ext uri="{FF2B5EF4-FFF2-40B4-BE49-F238E27FC236}">
                <a16:creationId xmlns:a16="http://schemas.microsoft.com/office/drawing/2014/main" id="{4C4A7F06-4546-4C07-93DB-1AC1A2263F99}"/>
              </a:ext>
            </a:extLst>
          </p:cNvPr>
          <p:cNvSpPr>
            <a:spLocks xmlns:a="http://schemas.openxmlformats.org/drawingml/2006/main" noGrp="1"/>
          </p:cNvSpPr>
          <p:nvPr/>
        </p:nvSpPr>
        <p:spPr>
          <a:xfrm xmlns:a="http://schemas.openxmlformats.org/drawingml/2006/main">
            <a:off x="400050" y="4905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60656F"/>
                </a:solidFill>
                <a:latin typeface="Arial"/>
                <a:ea typeface="Arial"/>
                <a:cs typeface="Arial"/>
              </a:defRPr>
            </a:pPr>
            <a:r>
              <a:rPr sz="1500" b="0">
                <a:solidFill>
                  <a:srgbClr val="60656F"/>
                </a:solidFill>
                <a:latin typeface="Arial"/>
                <a:ea typeface="Arial"/>
                <a:cs typeface="Arial"/>
              </a:rPr>
              <a:t>Every meaningful state is preserved.</a:t>
            </a:r>
          </a:p>
        </p:txBody>
      </p:sp>
      <p:sp>
        <p:nvSpPr>
          <p:cNvPr id="5" name="close-2-title">
            <a:extLst xmlns:a="http://schemas.openxmlformats.org/drawingml/2006/main">
              <a:ext uri="{FF2B5EF4-FFF2-40B4-BE49-F238E27FC236}">
                <a16:creationId xmlns:a16="http://schemas.microsoft.com/office/drawing/2014/main" id="{9C183CB1-45F7-4D51-8001-5A888296D416}"/>
              </a:ext>
            </a:extLst>
          </p:cNvPr>
          <p:cNvSpPr>
            <a:spLocks xmlns:a="http://schemas.openxmlformats.org/drawingml/2006/main" noGrp="1"/>
          </p:cNvSpPr>
          <p:nvPr/>
        </p:nvSpPr>
        <p:spPr>
          <a:xfrm xmlns:a="http://schemas.openxmlformats.org/drawingml/2006/main">
            <a:off x="3810000" y="442912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Reliable</a:t>
            </a:r>
          </a:p>
        </p:txBody>
      </p:sp>
      <p:sp>
        <p:nvSpPr>
          <p:cNvPr id="6" name="close-2-body">
            <a:extLst xmlns:a="http://schemas.openxmlformats.org/drawingml/2006/main">
              <a:ext uri="{FF2B5EF4-FFF2-40B4-BE49-F238E27FC236}">
                <a16:creationId xmlns:a16="http://schemas.microsoft.com/office/drawing/2014/main" id="{08247C97-8B0B-4B76-A049-43B2B4202103}"/>
              </a:ext>
            </a:extLst>
          </p:cNvPr>
          <p:cNvSpPr>
            <a:spLocks xmlns:a="http://schemas.openxmlformats.org/drawingml/2006/main" noGrp="1"/>
          </p:cNvSpPr>
          <p:nvPr/>
        </p:nvSpPr>
        <p:spPr>
          <a:xfrm xmlns:a="http://schemas.openxmlformats.org/drawingml/2006/main">
            <a:off x="3810000" y="4905375"/>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60656F"/>
                </a:solidFill>
                <a:latin typeface="Arial"/>
                <a:ea typeface="Arial"/>
                <a:cs typeface="Arial"/>
              </a:defRPr>
            </a:pPr>
            <a:r>
              <a:rPr sz="1500" b="0">
                <a:solidFill>
                  <a:srgbClr val="60656F"/>
                </a:solidFill>
                <a:latin typeface="Arial"/>
                <a:ea typeface="Arial"/>
                <a:cs typeface="Arial"/>
              </a:rPr>
              <a:t>Transactions and locks protect ordering.</a:t>
            </a:r>
          </a:p>
        </p:txBody>
      </p:sp>
      <p:sp>
        <p:nvSpPr>
          <p:cNvPr id="7" name="close-3-title">
            <a:extLst xmlns:a="http://schemas.openxmlformats.org/drawingml/2006/main">
              <a:ext uri="{FF2B5EF4-FFF2-40B4-BE49-F238E27FC236}">
                <a16:creationId xmlns:a16="http://schemas.microsoft.com/office/drawing/2014/main" id="{C903CC1B-FA4E-4F18-A6B4-E1E0B7C4C037}"/>
              </a:ext>
            </a:extLst>
          </p:cNvPr>
          <p:cNvSpPr>
            <a:spLocks xmlns:a="http://schemas.openxmlformats.org/drawingml/2006/main" noGrp="1"/>
          </p:cNvSpPr>
          <p:nvPr/>
        </p:nvSpPr>
        <p:spPr>
          <a:xfrm xmlns:a="http://schemas.openxmlformats.org/drawingml/2006/main">
            <a:off x="7429500" y="44291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Maintainable</a:t>
            </a:r>
          </a:p>
        </p:txBody>
      </p:sp>
      <p:sp>
        <p:nvSpPr>
          <p:cNvPr id="8" name="close-3-body">
            <a:extLst xmlns:a="http://schemas.openxmlformats.org/drawingml/2006/main">
              <a:ext uri="{FF2B5EF4-FFF2-40B4-BE49-F238E27FC236}">
                <a16:creationId xmlns:a16="http://schemas.microsoft.com/office/drawing/2014/main" id="{127FB166-8091-4826-AA1A-A0236E29E0BB}"/>
              </a:ext>
            </a:extLst>
          </p:cNvPr>
          <p:cNvSpPr>
            <a:spLocks xmlns:a="http://schemas.openxmlformats.org/drawingml/2006/main" noGrp="1"/>
          </p:cNvSpPr>
          <p:nvPr/>
        </p:nvSpPr>
        <p:spPr>
          <a:xfrm xmlns:a="http://schemas.openxmlformats.org/drawingml/2006/main">
            <a:off x="7429500" y="49053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60656F"/>
                </a:solidFill>
                <a:latin typeface="Arial"/>
                <a:ea typeface="Arial"/>
                <a:cs typeface="Arial"/>
              </a:defRPr>
            </a:pPr>
            <a:r>
              <a:rPr sz="1500" b="0">
                <a:solidFill>
                  <a:srgbClr val="60656F"/>
                </a:solidFill>
                <a:latin typeface="Arial"/>
                <a:ea typeface="Arial"/>
                <a:cs typeface="Arial"/>
              </a:rPr>
              <a:t>Snapshots stay stable as risk logic evolves.</a:t>
            </a:r>
          </a:p>
        </p:txBody>
      </p:sp>
      <p:sp>
        <p:nvSpPr>
          <p:cNvPr id="9" name="closing-accent">
            <a:extLst xmlns:a="http://schemas.openxmlformats.org/drawingml/2006/main">
              <a:ext uri="{FF2B5EF4-FFF2-40B4-BE49-F238E27FC236}">
                <a16:creationId xmlns:a16="http://schemas.microsoft.com/office/drawing/2014/main" id="{94D06E95-151B-4415-B4D5-8F8A85EB14D0}"/>
              </a:ext>
            </a:extLst>
          </p:cNvPr>
          <p:cNvSpPr>
            <a:spLocks xmlns:a="http://schemas.openxmlformats.org/drawingml/2006/main" noGrp="1"/>
          </p:cNvSpPr>
          <p:nvPr/>
        </p:nvSpPr>
        <p:spPr>
          <a:xfrm xmlns:a="http://schemas.openxmlformats.org/drawingml/2006/main">
            <a:off x="10810875" y="0"/>
            <a:ext cx="1381125"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Tree>
    <p:extLst>
      <p:ext uri="{BB962C8B-B14F-4D97-AF65-F5344CB8AC3E}">
        <p14:creationId xmlns:p14="http://schemas.microsoft.com/office/powerpoint/2010/main" val="975437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2026-07-18T15:01:12.5060000Z</dcterms:created>
  <dcterms:modified xsi:type="dcterms:W3CDTF">2026-07-18T15:01:12.5060000Z</dcterms:modified>
</coreProperties>
</file>